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18288000" cy="10287000"/>
  <p:notesSz cx="6858000" cy="9144000"/>
  <p:embeddedFontLst>
    <p:embeddedFont>
      <p:font typeface="Aptos Bold" panose="020B0004020202020204" pitchFamily="34" charset="0"/>
      <p:regular r:id="rId11"/>
      <p:bold r:id="rId12"/>
    </p:embeddedFont>
    <p:embeddedFont>
      <p:font typeface="Canva Sans" panose="020B0604020202020204" charset="0"/>
      <p:regular r:id="rId1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2" d="100"/>
          <a:sy n="52" d="100"/>
        </p:scale>
        <p:origin x="850" y="6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11/15/2025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11/15/2025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11/15/2025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11/15/2025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jpeg"/><Relationship Id="rId7" Type="http://schemas.openxmlformats.org/officeDocument/2006/relationships/image" Target="../media/image7.png"/><Relationship Id="rId2" Type="http://schemas.openxmlformats.org/officeDocument/2006/relationships/image" Target="../media/image2.jpe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image" Target="../media/image10.svg"/><Relationship Id="rId4" Type="http://schemas.openxmlformats.org/officeDocument/2006/relationships/image" Target="../media/image4.jpeg"/><Relationship Id="rId9" Type="http://schemas.openxmlformats.org/officeDocument/2006/relationships/image" Target="../media/image9.png"/></Relationships>
</file>

<file path=ppt/slides/_rels/slide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US"/>
          </a:p>
        </p:txBody>
      </p:sp>
      <p:sp>
        <p:nvSpPr>
          <p:cNvPr id="3" name="TextBox 3"/>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1</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US"/>
          </a:p>
        </p:txBody>
      </p:sp>
      <p:grpSp>
        <p:nvGrpSpPr>
          <p:cNvPr id="3" name="Group 3"/>
          <p:cNvGrpSpPr/>
          <p:nvPr/>
        </p:nvGrpSpPr>
        <p:grpSpPr>
          <a:xfrm>
            <a:off x="4838408" y="271462"/>
            <a:ext cx="8611185" cy="1514476"/>
            <a:chOff x="0" y="0"/>
            <a:chExt cx="11481580" cy="2019302"/>
          </a:xfrm>
        </p:grpSpPr>
        <p:sp>
          <p:nvSpPr>
            <p:cNvPr id="4" name="Freeform 4"/>
            <p:cNvSpPr/>
            <p:nvPr/>
          </p:nvSpPr>
          <p:spPr>
            <a:xfrm>
              <a:off x="0" y="0"/>
              <a:ext cx="11481580" cy="2019302"/>
            </a:xfrm>
            <a:custGeom>
              <a:avLst/>
              <a:gdLst/>
              <a:ahLst/>
              <a:cxnLst/>
              <a:rect l="l" t="t" r="r" b="b"/>
              <a:pathLst>
                <a:path w="11481580" h="2019302">
                  <a:moveTo>
                    <a:pt x="0" y="0"/>
                  </a:moveTo>
                  <a:lnTo>
                    <a:pt x="11481580" y="0"/>
                  </a:lnTo>
                  <a:lnTo>
                    <a:pt x="11481580" y="2019302"/>
                  </a:lnTo>
                  <a:lnTo>
                    <a:pt x="0" y="2019302"/>
                  </a:lnTo>
                  <a:close/>
                </a:path>
              </a:pathLst>
            </a:custGeom>
            <a:solidFill>
              <a:srgbClr val="000000">
                <a:alpha val="0"/>
              </a:srgbClr>
            </a:solidFill>
          </p:spPr>
          <p:txBody>
            <a:bodyPr/>
            <a:lstStyle/>
            <a:p>
              <a:endParaRPr lang="en-US"/>
            </a:p>
          </p:txBody>
        </p:sp>
        <p:sp>
          <p:nvSpPr>
            <p:cNvPr id="5" name="TextBox 5"/>
            <p:cNvSpPr txBox="1"/>
            <p:nvPr/>
          </p:nvSpPr>
          <p:spPr>
            <a:xfrm>
              <a:off x="0" y="66675"/>
              <a:ext cx="11481580" cy="1952627"/>
            </a:xfrm>
            <a:prstGeom prst="rect">
              <a:avLst/>
            </a:prstGeom>
          </p:spPr>
          <p:txBody>
            <a:bodyPr lIns="0" tIns="0" rIns="0" bIns="0" rtlCol="0" anchor="ctr"/>
            <a:lstStyle/>
            <a:p>
              <a:pPr algn="ctr">
                <a:lnSpc>
                  <a:spcPts val="7128"/>
                </a:lnSpc>
              </a:pPr>
              <a:r>
                <a:rPr lang="en-US" sz="6600" b="1">
                  <a:solidFill>
                    <a:srgbClr val="163E64"/>
                  </a:solidFill>
                  <a:latin typeface="Aptos Bold"/>
                  <a:ea typeface="Aptos Bold"/>
                  <a:cs typeface="Aptos Bold"/>
                  <a:sym typeface="Aptos Bold"/>
                </a:rPr>
                <a:t>Group Members </a:t>
              </a:r>
            </a:p>
          </p:txBody>
        </p:sp>
      </p:grpSp>
      <p:grpSp>
        <p:nvGrpSpPr>
          <p:cNvPr id="6" name="Group 6"/>
          <p:cNvGrpSpPr>
            <a:grpSpLocks noChangeAspect="1"/>
          </p:cNvGrpSpPr>
          <p:nvPr/>
        </p:nvGrpSpPr>
        <p:grpSpPr>
          <a:xfrm>
            <a:off x="2522495" y="1785938"/>
            <a:ext cx="2765548" cy="2765548"/>
            <a:chOff x="0" y="0"/>
            <a:chExt cx="6350000" cy="6350000"/>
          </a:xfrm>
        </p:grpSpPr>
        <p:sp>
          <p:nvSpPr>
            <p:cNvPr id="7" name="Freeform 7"/>
            <p:cNvSpPr/>
            <p:nvPr/>
          </p:nvSpPr>
          <p:spPr>
            <a:xfrm>
              <a:off x="-156812" y="-5088"/>
              <a:ext cx="6663624" cy="6360176"/>
            </a:xfrm>
            <a:custGeom>
              <a:avLst/>
              <a:gdLst/>
              <a:ahLst/>
              <a:cxnLst/>
              <a:rect l="l" t="t" r="r" b="b"/>
              <a:pathLst>
                <a:path w="6663624" h="6360176">
                  <a:moveTo>
                    <a:pt x="3331812" y="5088"/>
                  </a:moveTo>
                  <a:lnTo>
                    <a:pt x="3331812" y="5088"/>
                  </a:lnTo>
                  <a:cubicBezTo>
                    <a:pt x="2194111" y="0"/>
                    <a:pt x="1140649" y="604036"/>
                    <a:pt x="570324" y="1588475"/>
                  </a:cubicBezTo>
                  <a:cubicBezTo>
                    <a:pt x="0" y="2572913"/>
                    <a:pt x="0" y="3787263"/>
                    <a:pt x="570324" y="4771701"/>
                  </a:cubicBezTo>
                  <a:cubicBezTo>
                    <a:pt x="1140649" y="5756140"/>
                    <a:pt x="2194111" y="6360176"/>
                    <a:pt x="3331812" y="6355088"/>
                  </a:cubicBezTo>
                  <a:cubicBezTo>
                    <a:pt x="4469513" y="6360176"/>
                    <a:pt x="5522976" y="5756140"/>
                    <a:pt x="6093300" y="4771701"/>
                  </a:cubicBezTo>
                  <a:cubicBezTo>
                    <a:pt x="6663624" y="3787263"/>
                    <a:pt x="6663624" y="2572913"/>
                    <a:pt x="6093300" y="1588475"/>
                  </a:cubicBezTo>
                  <a:cubicBezTo>
                    <a:pt x="5522976" y="604036"/>
                    <a:pt x="4469513" y="0"/>
                    <a:pt x="3331812" y="5088"/>
                  </a:cubicBezTo>
                  <a:close/>
                </a:path>
              </a:pathLst>
            </a:custGeom>
            <a:solidFill>
              <a:srgbClr val="163E64"/>
            </a:solidFill>
          </p:spPr>
          <p:txBody>
            <a:bodyPr/>
            <a:lstStyle/>
            <a:p>
              <a:endParaRPr lang="en-US"/>
            </a:p>
          </p:txBody>
        </p:sp>
        <p:sp>
          <p:nvSpPr>
            <p:cNvPr id="8" name="Freeform 8"/>
            <p:cNvSpPr/>
            <p:nvPr/>
          </p:nvSpPr>
          <p:spPr>
            <a:xfrm>
              <a:off x="284320" y="415956"/>
              <a:ext cx="5781360" cy="5518089"/>
            </a:xfrm>
            <a:custGeom>
              <a:avLst/>
              <a:gdLst/>
              <a:ahLst/>
              <a:cxnLst/>
              <a:rect l="l" t="t" r="r" b="b"/>
              <a:pathLst>
                <a:path w="5781360" h="5518089">
                  <a:moveTo>
                    <a:pt x="2890680" y="4414"/>
                  </a:moveTo>
                  <a:cubicBezTo>
                    <a:pt x="1903611" y="0"/>
                    <a:pt x="989627" y="524062"/>
                    <a:pt x="494813" y="1378160"/>
                  </a:cubicBezTo>
                  <a:cubicBezTo>
                    <a:pt x="0" y="2232259"/>
                    <a:pt x="0" y="3285829"/>
                    <a:pt x="494813" y="4139928"/>
                  </a:cubicBezTo>
                  <a:cubicBezTo>
                    <a:pt x="989627" y="4994026"/>
                    <a:pt x="1903611" y="5518088"/>
                    <a:pt x="2890680" y="5513674"/>
                  </a:cubicBezTo>
                  <a:cubicBezTo>
                    <a:pt x="3877749" y="5518088"/>
                    <a:pt x="4791733" y="4994026"/>
                    <a:pt x="5286547" y="4139928"/>
                  </a:cubicBezTo>
                  <a:cubicBezTo>
                    <a:pt x="5781360" y="3285829"/>
                    <a:pt x="5781360" y="2232259"/>
                    <a:pt x="5286547" y="1378161"/>
                  </a:cubicBezTo>
                  <a:cubicBezTo>
                    <a:pt x="4791733" y="524062"/>
                    <a:pt x="3877749" y="0"/>
                    <a:pt x="2890680" y="4414"/>
                  </a:cubicBezTo>
                  <a:close/>
                </a:path>
              </a:pathLst>
            </a:custGeom>
            <a:blipFill>
              <a:blip r:embed="rId3"/>
              <a:stretch>
                <a:fillRect l="223" t="-6670" r="223" b="-22134"/>
              </a:stretch>
            </a:blipFill>
          </p:spPr>
          <p:txBody>
            <a:bodyPr/>
            <a:lstStyle/>
            <a:p>
              <a:endParaRPr lang="en-US"/>
            </a:p>
          </p:txBody>
        </p:sp>
      </p:grpSp>
      <p:grpSp>
        <p:nvGrpSpPr>
          <p:cNvPr id="9" name="Group 9"/>
          <p:cNvGrpSpPr>
            <a:grpSpLocks noChangeAspect="1"/>
          </p:cNvGrpSpPr>
          <p:nvPr/>
        </p:nvGrpSpPr>
        <p:grpSpPr>
          <a:xfrm>
            <a:off x="7761226" y="1785938"/>
            <a:ext cx="2765548" cy="2765548"/>
            <a:chOff x="0" y="0"/>
            <a:chExt cx="6350000" cy="6350000"/>
          </a:xfrm>
        </p:grpSpPr>
        <p:sp>
          <p:nvSpPr>
            <p:cNvPr id="10" name="Freeform 10"/>
            <p:cNvSpPr/>
            <p:nvPr/>
          </p:nvSpPr>
          <p:spPr>
            <a:xfrm>
              <a:off x="-156812" y="-5088"/>
              <a:ext cx="6663624" cy="6360176"/>
            </a:xfrm>
            <a:custGeom>
              <a:avLst/>
              <a:gdLst/>
              <a:ahLst/>
              <a:cxnLst/>
              <a:rect l="l" t="t" r="r" b="b"/>
              <a:pathLst>
                <a:path w="6663624" h="6360176">
                  <a:moveTo>
                    <a:pt x="3331812" y="5088"/>
                  </a:moveTo>
                  <a:lnTo>
                    <a:pt x="3331812" y="5088"/>
                  </a:lnTo>
                  <a:cubicBezTo>
                    <a:pt x="2194111" y="0"/>
                    <a:pt x="1140649" y="604036"/>
                    <a:pt x="570324" y="1588475"/>
                  </a:cubicBezTo>
                  <a:cubicBezTo>
                    <a:pt x="0" y="2572913"/>
                    <a:pt x="0" y="3787263"/>
                    <a:pt x="570324" y="4771701"/>
                  </a:cubicBezTo>
                  <a:cubicBezTo>
                    <a:pt x="1140649" y="5756140"/>
                    <a:pt x="2194111" y="6360176"/>
                    <a:pt x="3331812" y="6355088"/>
                  </a:cubicBezTo>
                  <a:cubicBezTo>
                    <a:pt x="4469513" y="6360176"/>
                    <a:pt x="5522976" y="5756140"/>
                    <a:pt x="6093300" y="4771701"/>
                  </a:cubicBezTo>
                  <a:cubicBezTo>
                    <a:pt x="6663624" y="3787263"/>
                    <a:pt x="6663624" y="2572913"/>
                    <a:pt x="6093300" y="1588475"/>
                  </a:cubicBezTo>
                  <a:cubicBezTo>
                    <a:pt x="5522976" y="604036"/>
                    <a:pt x="4469513" y="0"/>
                    <a:pt x="3331812" y="5088"/>
                  </a:cubicBezTo>
                  <a:close/>
                </a:path>
              </a:pathLst>
            </a:custGeom>
            <a:solidFill>
              <a:srgbClr val="163E64"/>
            </a:solidFill>
          </p:spPr>
          <p:txBody>
            <a:bodyPr/>
            <a:lstStyle/>
            <a:p>
              <a:endParaRPr lang="en-US"/>
            </a:p>
          </p:txBody>
        </p:sp>
        <p:sp>
          <p:nvSpPr>
            <p:cNvPr id="11" name="Freeform 11"/>
            <p:cNvSpPr/>
            <p:nvPr/>
          </p:nvSpPr>
          <p:spPr>
            <a:xfrm>
              <a:off x="284320" y="415956"/>
              <a:ext cx="5781360" cy="5518089"/>
            </a:xfrm>
            <a:custGeom>
              <a:avLst/>
              <a:gdLst/>
              <a:ahLst/>
              <a:cxnLst/>
              <a:rect l="l" t="t" r="r" b="b"/>
              <a:pathLst>
                <a:path w="5781360" h="5518089">
                  <a:moveTo>
                    <a:pt x="2890680" y="4414"/>
                  </a:moveTo>
                  <a:cubicBezTo>
                    <a:pt x="1903611" y="0"/>
                    <a:pt x="989627" y="524062"/>
                    <a:pt x="494813" y="1378160"/>
                  </a:cubicBezTo>
                  <a:cubicBezTo>
                    <a:pt x="0" y="2232259"/>
                    <a:pt x="0" y="3285829"/>
                    <a:pt x="494813" y="4139928"/>
                  </a:cubicBezTo>
                  <a:cubicBezTo>
                    <a:pt x="989627" y="4994026"/>
                    <a:pt x="1903611" y="5518088"/>
                    <a:pt x="2890680" y="5513674"/>
                  </a:cubicBezTo>
                  <a:cubicBezTo>
                    <a:pt x="3877749" y="5518088"/>
                    <a:pt x="4791733" y="4994026"/>
                    <a:pt x="5286547" y="4139928"/>
                  </a:cubicBezTo>
                  <a:cubicBezTo>
                    <a:pt x="5781360" y="3285829"/>
                    <a:pt x="5781360" y="2232259"/>
                    <a:pt x="5286547" y="1378161"/>
                  </a:cubicBezTo>
                  <a:cubicBezTo>
                    <a:pt x="4791733" y="524062"/>
                    <a:pt x="3877749" y="0"/>
                    <a:pt x="2890680" y="4414"/>
                  </a:cubicBezTo>
                  <a:close/>
                </a:path>
              </a:pathLst>
            </a:custGeom>
            <a:blipFill>
              <a:blip r:embed="rId4"/>
              <a:stretch>
                <a:fillRect l="223" t="-14295" r="223" b="-14295"/>
              </a:stretch>
            </a:blipFill>
          </p:spPr>
          <p:txBody>
            <a:bodyPr/>
            <a:lstStyle/>
            <a:p>
              <a:endParaRPr lang="en-US"/>
            </a:p>
          </p:txBody>
        </p:sp>
      </p:grpSp>
      <p:grpSp>
        <p:nvGrpSpPr>
          <p:cNvPr id="12" name="Group 12"/>
          <p:cNvGrpSpPr>
            <a:grpSpLocks noChangeAspect="1"/>
          </p:cNvGrpSpPr>
          <p:nvPr/>
        </p:nvGrpSpPr>
        <p:grpSpPr>
          <a:xfrm>
            <a:off x="13496779" y="1785938"/>
            <a:ext cx="2765548" cy="2765548"/>
            <a:chOff x="0" y="0"/>
            <a:chExt cx="6350000" cy="6350000"/>
          </a:xfrm>
        </p:grpSpPr>
        <p:sp>
          <p:nvSpPr>
            <p:cNvPr id="13" name="Freeform 13"/>
            <p:cNvSpPr/>
            <p:nvPr/>
          </p:nvSpPr>
          <p:spPr>
            <a:xfrm>
              <a:off x="-156812" y="-5088"/>
              <a:ext cx="6663624" cy="6360176"/>
            </a:xfrm>
            <a:custGeom>
              <a:avLst/>
              <a:gdLst/>
              <a:ahLst/>
              <a:cxnLst/>
              <a:rect l="l" t="t" r="r" b="b"/>
              <a:pathLst>
                <a:path w="6663624" h="6360176">
                  <a:moveTo>
                    <a:pt x="3331812" y="5088"/>
                  </a:moveTo>
                  <a:lnTo>
                    <a:pt x="3331812" y="5088"/>
                  </a:lnTo>
                  <a:cubicBezTo>
                    <a:pt x="2194111" y="0"/>
                    <a:pt x="1140649" y="604036"/>
                    <a:pt x="570324" y="1588475"/>
                  </a:cubicBezTo>
                  <a:cubicBezTo>
                    <a:pt x="0" y="2572913"/>
                    <a:pt x="0" y="3787263"/>
                    <a:pt x="570324" y="4771701"/>
                  </a:cubicBezTo>
                  <a:cubicBezTo>
                    <a:pt x="1140649" y="5756140"/>
                    <a:pt x="2194111" y="6360176"/>
                    <a:pt x="3331812" y="6355088"/>
                  </a:cubicBezTo>
                  <a:cubicBezTo>
                    <a:pt x="4469513" y="6360176"/>
                    <a:pt x="5522976" y="5756140"/>
                    <a:pt x="6093300" y="4771701"/>
                  </a:cubicBezTo>
                  <a:cubicBezTo>
                    <a:pt x="6663624" y="3787263"/>
                    <a:pt x="6663624" y="2572913"/>
                    <a:pt x="6093300" y="1588475"/>
                  </a:cubicBezTo>
                  <a:cubicBezTo>
                    <a:pt x="5522976" y="604036"/>
                    <a:pt x="4469513" y="0"/>
                    <a:pt x="3331812" y="5088"/>
                  </a:cubicBezTo>
                  <a:close/>
                </a:path>
              </a:pathLst>
            </a:custGeom>
            <a:solidFill>
              <a:srgbClr val="FFFFFF"/>
            </a:solidFill>
          </p:spPr>
          <p:txBody>
            <a:bodyPr/>
            <a:lstStyle/>
            <a:p>
              <a:endParaRPr lang="en-US"/>
            </a:p>
          </p:txBody>
        </p:sp>
        <p:sp>
          <p:nvSpPr>
            <p:cNvPr id="14" name="Freeform 14"/>
            <p:cNvSpPr/>
            <p:nvPr/>
          </p:nvSpPr>
          <p:spPr>
            <a:xfrm>
              <a:off x="284320" y="415956"/>
              <a:ext cx="5781360" cy="5518089"/>
            </a:xfrm>
            <a:custGeom>
              <a:avLst/>
              <a:gdLst/>
              <a:ahLst/>
              <a:cxnLst/>
              <a:rect l="l" t="t" r="r" b="b"/>
              <a:pathLst>
                <a:path w="5781360" h="5518089">
                  <a:moveTo>
                    <a:pt x="2890680" y="4414"/>
                  </a:moveTo>
                  <a:cubicBezTo>
                    <a:pt x="1903611" y="0"/>
                    <a:pt x="989627" y="524062"/>
                    <a:pt x="494813" y="1378160"/>
                  </a:cubicBezTo>
                  <a:cubicBezTo>
                    <a:pt x="0" y="2232259"/>
                    <a:pt x="0" y="3285829"/>
                    <a:pt x="494813" y="4139928"/>
                  </a:cubicBezTo>
                  <a:cubicBezTo>
                    <a:pt x="989627" y="4994026"/>
                    <a:pt x="1903611" y="5518088"/>
                    <a:pt x="2890680" y="5513674"/>
                  </a:cubicBezTo>
                  <a:cubicBezTo>
                    <a:pt x="3877749" y="5518088"/>
                    <a:pt x="4791733" y="4994026"/>
                    <a:pt x="5286547" y="4139928"/>
                  </a:cubicBezTo>
                  <a:cubicBezTo>
                    <a:pt x="5781360" y="3285829"/>
                    <a:pt x="5781360" y="2232259"/>
                    <a:pt x="5286547" y="1378161"/>
                  </a:cubicBezTo>
                  <a:cubicBezTo>
                    <a:pt x="4791733" y="524062"/>
                    <a:pt x="3877749" y="0"/>
                    <a:pt x="2890680" y="4414"/>
                  </a:cubicBezTo>
                  <a:close/>
                </a:path>
              </a:pathLst>
            </a:custGeom>
            <a:blipFill>
              <a:blip r:embed="rId5"/>
              <a:stretch>
                <a:fillRect l="-33801" t="-72746" r="-25736" b="-40922"/>
              </a:stretch>
            </a:blipFill>
          </p:spPr>
          <p:txBody>
            <a:bodyPr/>
            <a:lstStyle/>
            <a:p>
              <a:endParaRPr lang="en-US"/>
            </a:p>
          </p:txBody>
        </p:sp>
      </p:grpSp>
      <p:grpSp>
        <p:nvGrpSpPr>
          <p:cNvPr id="15" name="Group 15"/>
          <p:cNvGrpSpPr>
            <a:grpSpLocks noChangeAspect="1"/>
          </p:cNvGrpSpPr>
          <p:nvPr/>
        </p:nvGrpSpPr>
        <p:grpSpPr>
          <a:xfrm>
            <a:off x="2522495" y="5744960"/>
            <a:ext cx="2765548" cy="2765548"/>
            <a:chOff x="0" y="0"/>
            <a:chExt cx="6350000" cy="6350000"/>
          </a:xfrm>
        </p:grpSpPr>
        <p:sp>
          <p:nvSpPr>
            <p:cNvPr id="16" name="Freeform 16"/>
            <p:cNvSpPr/>
            <p:nvPr/>
          </p:nvSpPr>
          <p:spPr>
            <a:xfrm>
              <a:off x="-156812" y="-5088"/>
              <a:ext cx="6663624" cy="6360176"/>
            </a:xfrm>
            <a:custGeom>
              <a:avLst/>
              <a:gdLst/>
              <a:ahLst/>
              <a:cxnLst/>
              <a:rect l="l" t="t" r="r" b="b"/>
              <a:pathLst>
                <a:path w="6663624" h="6360176">
                  <a:moveTo>
                    <a:pt x="3331812" y="5088"/>
                  </a:moveTo>
                  <a:lnTo>
                    <a:pt x="3331812" y="5088"/>
                  </a:lnTo>
                  <a:cubicBezTo>
                    <a:pt x="2194111" y="0"/>
                    <a:pt x="1140649" y="604036"/>
                    <a:pt x="570324" y="1588475"/>
                  </a:cubicBezTo>
                  <a:cubicBezTo>
                    <a:pt x="0" y="2572913"/>
                    <a:pt x="0" y="3787263"/>
                    <a:pt x="570324" y="4771701"/>
                  </a:cubicBezTo>
                  <a:cubicBezTo>
                    <a:pt x="1140649" y="5756140"/>
                    <a:pt x="2194111" y="6360176"/>
                    <a:pt x="3331812" y="6355088"/>
                  </a:cubicBezTo>
                  <a:cubicBezTo>
                    <a:pt x="4469513" y="6360176"/>
                    <a:pt x="5522976" y="5756140"/>
                    <a:pt x="6093300" y="4771701"/>
                  </a:cubicBezTo>
                  <a:cubicBezTo>
                    <a:pt x="6663624" y="3787263"/>
                    <a:pt x="6663624" y="2572913"/>
                    <a:pt x="6093300" y="1588475"/>
                  </a:cubicBezTo>
                  <a:cubicBezTo>
                    <a:pt x="5522976" y="604036"/>
                    <a:pt x="4469513" y="0"/>
                    <a:pt x="3331812" y="5088"/>
                  </a:cubicBezTo>
                  <a:close/>
                </a:path>
              </a:pathLst>
            </a:custGeom>
            <a:solidFill>
              <a:srgbClr val="163E64"/>
            </a:solidFill>
          </p:spPr>
          <p:txBody>
            <a:bodyPr/>
            <a:lstStyle/>
            <a:p>
              <a:endParaRPr lang="en-US"/>
            </a:p>
          </p:txBody>
        </p:sp>
        <p:sp>
          <p:nvSpPr>
            <p:cNvPr id="17" name="Freeform 17"/>
            <p:cNvSpPr/>
            <p:nvPr/>
          </p:nvSpPr>
          <p:spPr>
            <a:xfrm>
              <a:off x="284320" y="415956"/>
              <a:ext cx="5781360" cy="5518089"/>
            </a:xfrm>
            <a:custGeom>
              <a:avLst/>
              <a:gdLst/>
              <a:ahLst/>
              <a:cxnLst/>
              <a:rect l="l" t="t" r="r" b="b"/>
              <a:pathLst>
                <a:path w="5781360" h="5518089">
                  <a:moveTo>
                    <a:pt x="2890680" y="4414"/>
                  </a:moveTo>
                  <a:cubicBezTo>
                    <a:pt x="1903611" y="0"/>
                    <a:pt x="989627" y="524062"/>
                    <a:pt x="494813" y="1378160"/>
                  </a:cubicBezTo>
                  <a:cubicBezTo>
                    <a:pt x="0" y="2232259"/>
                    <a:pt x="0" y="3285829"/>
                    <a:pt x="494813" y="4139928"/>
                  </a:cubicBezTo>
                  <a:cubicBezTo>
                    <a:pt x="989627" y="4994026"/>
                    <a:pt x="1903611" y="5518088"/>
                    <a:pt x="2890680" y="5513674"/>
                  </a:cubicBezTo>
                  <a:cubicBezTo>
                    <a:pt x="3877749" y="5518088"/>
                    <a:pt x="4791733" y="4994026"/>
                    <a:pt x="5286547" y="4139928"/>
                  </a:cubicBezTo>
                  <a:cubicBezTo>
                    <a:pt x="5781360" y="3285829"/>
                    <a:pt x="5781360" y="2232259"/>
                    <a:pt x="5286547" y="1378161"/>
                  </a:cubicBezTo>
                  <a:cubicBezTo>
                    <a:pt x="4791733" y="524062"/>
                    <a:pt x="3877749" y="0"/>
                    <a:pt x="2890680" y="4414"/>
                  </a:cubicBezTo>
                  <a:close/>
                </a:path>
              </a:pathLst>
            </a:custGeom>
            <a:blipFill>
              <a:blip r:embed="rId6"/>
              <a:stretch>
                <a:fillRect l="-26370" t="-47210" r="-25222" b="-48597"/>
              </a:stretch>
            </a:blipFill>
          </p:spPr>
          <p:txBody>
            <a:bodyPr/>
            <a:lstStyle/>
            <a:p>
              <a:endParaRPr lang="en-US"/>
            </a:p>
          </p:txBody>
        </p:sp>
      </p:grpSp>
      <p:grpSp>
        <p:nvGrpSpPr>
          <p:cNvPr id="18" name="Group 18"/>
          <p:cNvGrpSpPr>
            <a:grpSpLocks noChangeAspect="1"/>
          </p:cNvGrpSpPr>
          <p:nvPr/>
        </p:nvGrpSpPr>
        <p:grpSpPr>
          <a:xfrm>
            <a:off x="7799326" y="5583182"/>
            <a:ext cx="2889225" cy="2889225"/>
            <a:chOff x="0" y="0"/>
            <a:chExt cx="6350000" cy="6350000"/>
          </a:xfrm>
        </p:grpSpPr>
        <p:sp>
          <p:nvSpPr>
            <p:cNvPr id="19" name="Freeform 19"/>
            <p:cNvSpPr/>
            <p:nvPr/>
          </p:nvSpPr>
          <p:spPr>
            <a:xfrm>
              <a:off x="-156812" y="-5088"/>
              <a:ext cx="6663624" cy="6360176"/>
            </a:xfrm>
            <a:custGeom>
              <a:avLst/>
              <a:gdLst/>
              <a:ahLst/>
              <a:cxnLst/>
              <a:rect l="l" t="t" r="r" b="b"/>
              <a:pathLst>
                <a:path w="6663624" h="6360176">
                  <a:moveTo>
                    <a:pt x="3331812" y="5088"/>
                  </a:moveTo>
                  <a:lnTo>
                    <a:pt x="3331812" y="5088"/>
                  </a:lnTo>
                  <a:cubicBezTo>
                    <a:pt x="2194111" y="0"/>
                    <a:pt x="1140649" y="604036"/>
                    <a:pt x="570324" y="1588475"/>
                  </a:cubicBezTo>
                  <a:cubicBezTo>
                    <a:pt x="0" y="2572913"/>
                    <a:pt x="0" y="3787263"/>
                    <a:pt x="570324" y="4771701"/>
                  </a:cubicBezTo>
                  <a:cubicBezTo>
                    <a:pt x="1140649" y="5756140"/>
                    <a:pt x="2194111" y="6360176"/>
                    <a:pt x="3331812" y="6355088"/>
                  </a:cubicBezTo>
                  <a:cubicBezTo>
                    <a:pt x="4469513" y="6360176"/>
                    <a:pt x="5522976" y="5756140"/>
                    <a:pt x="6093300" y="4771701"/>
                  </a:cubicBezTo>
                  <a:cubicBezTo>
                    <a:pt x="6663624" y="3787263"/>
                    <a:pt x="6663624" y="2572913"/>
                    <a:pt x="6093300" y="1588475"/>
                  </a:cubicBezTo>
                  <a:cubicBezTo>
                    <a:pt x="5522976" y="604036"/>
                    <a:pt x="4469513" y="0"/>
                    <a:pt x="3331812" y="5088"/>
                  </a:cubicBezTo>
                  <a:close/>
                </a:path>
              </a:pathLst>
            </a:custGeom>
            <a:solidFill>
              <a:srgbClr val="FFFFFF"/>
            </a:solidFill>
          </p:spPr>
          <p:txBody>
            <a:bodyPr/>
            <a:lstStyle/>
            <a:p>
              <a:endParaRPr lang="en-US"/>
            </a:p>
          </p:txBody>
        </p:sp>
        <p:sp>
          <p:nvSpPr>
            <p:cNvPr id="20" name="Freeform 20"/>
            <p:cNvSpPr/>
            <p:nvPr/>
          </p:nvSpPr>
          <p:spPr>
            <a:xfrm>
              <a:off x="284320" y="415956"/>
              <a:ext cx="5781360" cy="5518089"/>
            </a:xfrm>
            <a:custGeom>
              <a:avLst/>
              <a:gdLst/>
              <a:ahLst/>
              <a:cxnLst/>
              <a:rect l="l" t="t" r="r" b="b"/>
              <a:pathLst>
                <a:path w="5781360" h="5518089">
                  <a:moveTo>
                    <a:pt x="2890680" y="4414"/>
                  </a:moveTo>
                  <a:cubicBezTo>
                    <a:pt x="1903611" y="0"/>
                    <a:pt x="989627" y="524062"/>
                    <a:pt x="494813" y="1378160"/>
                  </a:cubicBezTo>
                  <a:cubicBezTo>
                    <a:pt x="0" y="2232259"/>
                    <a:pt x="0" y="3285829"/>
                    <a:pt x="494813" y="4139928"/>
                  </a:cubicBezTo>
                  <a:cubicBezTo>
                    <a:pt x="989627" y="4994026"/>
                    <a:pt x="1903611" y="5518088"/>
                    <a:pt x="2890680" y="5513674"/>
                  </a:cubicBezTo>
                  <a:cubicBezTo>
                    <a:pt x="3877749" y="5518088"/>
                    <a:pt x="4791733" y="4994026"/>
                    <a:pt x="5286547" y="4139928"/>
                  </a:cubicBezTo>
                  <a:cubicBezTo>
                    <a:pt x="5781360" y="3285829"/>
                    <a:pt x="5781360" y="2232259"/>
                    <a:pt x="5286547" y="1378161"/>
                  </a:cubicBezTo>
                  <a:cubicBezTo>
                    <a:pt x="4791733" y="524062"/>
                    <a:pt x="3877749" y="0"/>
                    <a:pt x="2890680" y="4414"/>
                  </a:cubicBezTo>
                  <a:close/>
                </a:path>
              </a:pathLst>
            </a:custGeom>
            <a:blipFill>
              <a:blip r:embed="rId7"/>
              <a:stretch>
                <a:fillRect l="-26871" t="-10405" r="-25132" b="-93173"/>
              </a:stretch>
            </a:blipFill>
          </p:spPr>
          <p:txBody>
            <a:bodyPr/>
            <a:lstStyle/>
            <a:p>
              <a:endParaRPr lang="en-US"/>
            </a:p>
          </p:txBody>
        </p:sp>
      </p:grpSp>
      <p:grpSp>
        <p:nvGrpSpPr>
          <p:cNvPr id="21" name="Group 21"/>
          <p:cNvGrpSpPr>
            <a:grpSpLocks noChangeAspect="1"/>
          </p:cNvGrpSpPr>
          <p:nvPr/>
        </p:nvGrpSpPr>
        <p:grpSpPr>
          <a:xfrm>
            <a:off x="13496779" y="5706860"/>
            <a:ext cx="2765548" cy="2765548"/>
            <a:chOff x="0" y="0"/>
            <a:chExt cx="6350000" cy="6350000"/>
          </a:xfrm>
        </p:grpSpPr>
        <p:sp>
          <p:nvSpPr>
            <p:cNvPr id="22" name="Freeform 22"/>
            <p:cNvSpPr/>
            <p:nvPr/>
          </p:nvSpPr>
          <p:spPr>
            <a:xfrm>
              <a:off x="-156812" y="-5088"/>
              <a:ext cx="6663624" cy="6360176"/>
            </a:xfrm>
            <a:custGeom>
              <a:avLst/>
              <a:gdLst/>
              <a:ahLst/>
              <a:cxnLst/>
              <a:rect l="l" t="t" r="r" b="b"/>
              <a:pathLst>
                <a:path w="6663624" h="6360176">
                  <a:moveTo>
                    <a:pt x="3331812" y="5088"/>
                  </a:moveTo>
                  <a:lnTo>
                    <a:pt x="3331812" y="5088"/>
                  </a:lnTo>
                  <a:cubicBezTo>
                    <a:pt x="2194111" y="0"/>
                    <a:pt x="1140649" y="604036"/>
                    <a:pt x="570324" y="1588475"/>
                  </a:cubicBezTo>
                  <a:cubicBezTo>
                    <a:pt x="0" y="2572913"/>
                    <a:pt x="0" y="3787263"/>
                    <a:pt x="570324" y="4771701"/>
                  </a:cubicBezTo>
                  <a:cubicBezTo>
                    <a:pt x="1140649" y="5756140"/>
                    <a:pt x="2194111" y="6360176"/>
                    <a:pt x="3331812" y="6355088"/>
                  </a:cubicBezTo>
                  <a:cubicBezTo>
                    <a:pt x="4469513" y="6360176"/>
                    <a:pt x="5522976" y="5756140"/>
                    <a:pt x="6093300" y="4771701"/>
                  </a:cubicBezTo>
                  <a:cubicBezTo>
                    <a:pt x="6663624" y="3787263"/>
                    <a:pt x="6663624" y="2572913"/>
                    <a:pt x="6093300" y="1588475"/>
                  </a:cubicBezTo>
                  <a:cubicBezTo>
                    <a:pt x="5522976" y="604036"/>
                    <a:pt x="4469513" y="0"/>
                    <a:pt x="3331812" y="5088"/>
                  </a:cubicBezTo>
                  <a:close/>
                </a:path>
              </a:pathLst>
            </a:custGeom>
            <a:solidFill>
              <a:srgbClr val="FFFFFF"/>
            </a:solidFill>
          </p:spPr>
          <p:txBody>
            <a:bodyPr/>
            <a:lstStyle/>
            <a:p>
              <a:endParaRPr lang="en-US"/>
            </a:p>
          </p:txBody>
        </p:sp>
        <p:sp>
          <p:nvSpPr>
            <p:cNvPr id="23" name="Freeform 23"/>
            <p:cNvSpPr/>
            <p:nvPr/>
          </p:nvSpPr>
          <p:spPr>
            <a:xfrm>
              <a:off x="284320" y="415956"/>
              <a:ext cx="5781360" cy="5518089"/>
            </a:xfrm>
            <a:custGeom>
              <a:avLst/>
              <a:gdLst/>
              <a:ahLst/>
              <a:cxnLst/>
              <a:rect l="l" t="t" r="r" b="b"/>
              <a:pathLst>
                <a:path w="5781360" h="5518089">
                  <a:moveTo>
                    <a:pt x="2890680" y="4414"/>
                  </a:moveTo>
                  <a:cubicBezTo>
                    <a:pt x="1903611" y="0"/>
                    <a:pt x="989627" y="524062"/>
                    <a:pt x="494813" y="1378160"/>
                  </a:cubicBezTo>
                  <a:cubicBezTo>
                    <a:pt x="0" y="2232259"/>
                    <a:pt x="0" y="3285829"/>
                    <a:pt x="494813" y="4139928"/>
                  </a:cubicBezTo>
                  <a:cubicBezTo>
                    <a:pt x="989627" y="4994026"/>
                    <a:pt x="1903611" y="5518088"/>
                    <a:pt x="2890680" y="5513674"/>
                  </a:cubicBezTo>
                  <a:cubicBezTo>
                    <a:pt x="3877749" y="5518088"/>
                    <a:pt x="4791733" y="4994026"/>
                    <a:pt x="5286547" y="4139928"/>
                  </a:cubicBezTo>
                  <a:cubicBezTo>
                    <a:pt x="5781360" y="3285829"/>
                    <a:pt x="5781360" y="2232259"/>
                    <a:pt x="5286547" y="1378161"/>
                  </a:cubicBezTo>
                  <a:cubicBezTo>
                    <a:pt x="4791733" y="524062"/>
                    <a:pt x="3877749" y="0"/>
                    <a:pt x="2890680" y="4414"/>
                  </a:cubicBezTo>
                  <a:close/>
                </a:path>
              </a:pathLst>
            </a:custGeom>
            <a:blipFill>
              <a:blip r:embed="rId8"/>
              <a:stretch>
                <a:fillRect l="-38189" t="-61746" r="-39900" b="-271096"/>
              </a:stretch>
            </a:blipFill>
          </p:spPr>
          <p:txBody>
            <a:bodyPr/>
            <a:lstStyle/>
            <a:p>
              <a:endParaRPr lang="en-US"/>
            </a:p>
          </p:txBody>
        </p:sp>
      </p:grpSp>
      <p:sp>
        <p:nvSpPr>
          <p:cNvPr id="24" name="Freeform 24"/>
          <p:cNvSpPr/>
          <p:nvPr/>
        </p:nvSpPr>
        <p:spPr>
          <a:xfrm>
            <a:off x="13477729" y="1785938"/>
            <a:ext cx="2765548" cy="2765548"/>
          </a:xfrm>
          <a:custGeom>
            <a:avLst/>
            <a:gdLst/>
            <a:ahLst/>
            <a:cxnLst/>
            <a:rect l="l" t="t" r="r" b="b"/>
            <a:pathLst>
              <a:path w="2765548" h="2765548">
                <a:moveTo>
                  <a:pt x="0" y="0"/>
                </a:moveTo>
                <a:lnTo>
                  <a:pt x="2765548" y="0"/>
                </a:lnTo>
                <a:lnTo>
                  <a:pt x="2765548" y="2765548"/>
                </a:lnTo>
                <a:lnTo>
                  <a:pt x="0" y="2765548"/>
                </a:lnTo>
                <a:lnTo>
                  <a:pt x="0" y="0"/>
                </a:lnTo>
                <a:close/>
              </a:path>
            </a:pathLst>
          </a:custGeom>
          <a:blipFill>
            <a:blip r:embed="rId9">
              <a:extLst>
                <a:ext uri="{96DAC541-7B7A-43D3-8B79-37D633B846F1}">
                  <asvg:svgBlip xmlns:asvg="http://schemas.microsoft.com/office/drawing/2016/SVG/main" r:embed="rId10"/>
                </a:ext>
              </a:extLst>
            </a:blip>
            <a:stretch>
              <a:fillRect/>
            </a:stretch>
          </a:blipFill>
          <a:ln cap="sq">
            <a:noFill/>
            <a:prstDash val="solid"/>
            <a:miter/>
          </a:ln>
        </p:spPr>
        <p:txBody>
          <a:bodyPr/>
          <a:lstStyle/>
          <a:p>
            <a:endParaRPr lang="en-US"/>
          </a:p>
        </p:txBody>
      </p:sp>
      <p:sp>
        <p:nvSpPr>
          <p:cNvPr id="25" name="Freeform 25"/>
          <p:cNvSpPr/>
          <p:nvPr/>
        </p:nvSpPr>
        <p:spPr>
          <a:xfrm>
            <a:off x="7861165" y="5706860"/>
            <a:ext cx="2765548" cy="2765548"/>
          </a:xfrm>
          <a:custGeom>
            <a:avLst/>
            <a:gdLst/>
            <a:ahLst/>
            <a:cxnLst/>
            <a:rect l="l" t="t" r="r" b="b"/>
            <a:pathLst>
              <a:path w="2765548" h="2765548">
                <a:moveTo>
                  <a:pt x="0" y="0"/>
                </a:moveTo>
                <a:lnTo>
                  <a:pt x="2765548" y="0"/>
                </a:lnTo>
                <a:lnTo>
                  <a:pt x="2765548" y="2765548"/>
                </a:lnTo>
                <a:lnTo>
                  <a:pt x="0" y="2765548"/>
                </a:lnTo>
                <a:lnTo>
                  <a:pt x="0" y="0"/>
                </a:lnTo>
                <a:close/>
              </a:path>
            </a:pathLst>
          </a:custGeom>
          <a:blipFill>
            <a:blip r:embed="rId9">
              <a:extLst>
                <a:ext uri="{96DAC541-7B7A-43D3-8B79-37D633B846F1}">
                  <asvg:svgBlip xmlns:asvg="http://schemas.microsoft.com/office/drawing/2016/SVG/main" r:embed="rId10"/>
                </a:ext>
              </a:extLst>
            </a:blip>
            <a:stretch>
              <a:fillRect/>
            </a:stretch>
          </a:blipFill>
          <a:ln cap="sq">
            <a:noFill/>
            <a:prstDash val="solid"/>
            <a:miter/>
          </a:ln>
        </p:spPr>
        <p:txBody>
          <a:bodyPr/>
          <a:lstStyle/>
          <a:p>
            <a:endParaRPr lang="en-US"/>
          </a:p>
        </p:txBody>
      </p:sp>
      <p:sp>
        <p:nvSpPr>
          <p:cNvPr id="26" name="TextBox 26"/>
          <p:cNvSpPr txBox="1"/>
          <p:nvPr/>
        </p:nvSpPr>
        <p:spPr>
          <a:xfrm>
            <a:off x="2391542" y="4600575"/>
            <a:ext cx="2992188" cy="542925"/>
          </a:xfrm>
          <a:prstGeom prst="rect">
            <a:avLst/>
          </a:prstGeom>
        </p:spPr>
        <p:txBody>
          <a:bodyPr lIns="0" tIns="0" rIns="0" bIns="0" rtlCol="0" anchor="t">
            <a:spAutoFit/>
          </a:bodyPr>
          <a:lstStyle/>
          <a:p>
            <a:pPr algn="ctr">
              <a:lnSpc>
                <a:spcPts val="4320"/>
              </a:lnSpc>
            </a:pPr>
            <a:r>
              <a:rPr lang="en-US" sz="3600">
                <a:solidFill>
                  <a:srgbClr val="000000"/>
                </a:solidFill>
                <a:latin typeface="Aptos"/>
                <a:ea typeface="Aptos"/>
                <a:cs typeface="Aptos"/>
                <a:sym typeface="Aptos"/>
              </a:rPr>
              <a:t>IT25103890</a:t>
            </a:r>
          </a:p>
        </p:txBody>
      </p:sp>
      <p:sp>
        <p:nvSpPr>
          <p:cNvPr id="27" name="TextBox 27"/>
          <p:cNvSpPr txBox="1"/>
          <p:nvPr/>
        </p:nvSpPr>
        <p:spPr>
          <a:xfrm>
            <a:off x="2391542" y="5143500"/>
            <a:ext cx="2992188" cy="542925"/>
          </a:xfrm>
          <a:prstGeom prst="rect">
            <a:avLst/>
          </a:prstGeom>
        </p:spPr>
        <p:txBody>
          <a:bodyPr lIns="0" tIns="0" rIns="0" bIns="0" rtlCol="0" anchor="t">
            <a:spAutoFit/>
          </a:bodyPr>
          <a:lstStyle/>
          <a:p>
            <a:pPr algn="ctr">
              <a:lnSpc>
                <a:spcPts val="4320"/>
              </a:lnSpc>
            </a:pPr>
            <a:r>
              <a:rPr lang="en-US" sz="3600">
                <a:solidFill>
                  <a:srgbClr val="000000"/>
                </a:solidFill>
                <a:latin typeface="Aptos"/>
                <a:ea typeface="Aptos"/>
                <a:cs typeface="Aptos"/>
                <a:sym typeface="Aptos"/>
              </a:rPr>
              <a:t>Randil P.M.L.</a:t>
            </a:r>
          </a:p>
        </p:txBody>
      </p:sp>
      <p:sp>
        <p:nvSpPr>
          <p:cNvPr id="28" name="TextBox 28"/>
          <p:cNvSpPr txBox="1"/>
          <p:nvPr/>
        </p:nvSpPr>
        <p:spPr>
          <a:xfrm>
            <a:off x="7647906" y="4600575"/>
            <a:ext cx="2992188" cy="542925"/>
          </a:xfrm>
          <a:prstGeom prst="rect">
            <a:avLst/>
          </a:prstGeom>
        </p:spPr>
        <p:txBody>
          <a:bodyPr lIns="0" tIns="0" rIns="0" bIns="0" rtlCol="0" anchor="t">
            <a:spAutoFit/>
          </a:bodyPr>
          <a:lstStyle/>
          <a:p>
            <a:pPr algn="ctr">
              <a:lnSpc>
                <a:spcPts val="4320"/>
              </a:lnSpc>
            </a:pPr>
            <a:r>
              <a:rPr lang="en-US" sz="3600">
                <a:solidFill>
                  <a:srgbClr val="000000"/>
                </a:solidFill>
                <a:latin typeface="Aptos"/>
                <a:ea typeface="Aptos"/>
                <a:cs typeface="Aptos"/>
                <a:sym typeface="Aptos"/>
              </a:rPr>
              <a:t>IT25103894</a:t>
            </a:r>
          </a:p>
        </p:txBody>
      </p:sp>
      <p:sp>
        <p:nvSpPr>
          <p:cNvPr id="29" name="TextBox 29"/>
          <p:cNvSpPr txBox="1"/>
          <p:nvPr/>
        </p:nvSpPr>
        <p:spPr>
          <a:xfrm>
            <a:off x="7428831" y="5143500"/>
            <a:ext cx="3792453" cy="542925"/>
          </a:xfrm>
          <a:prstGeom prst="rect">
            <a:avLst/>
          </a:prstGeom>
        </p:spPr>
        <p:txBody>
          <a:bodyPr lIns="0" tIns="0" rIns="0" bIns="0" rtlCol="0" anchor="t">
            <a:spAutoFit/>
          </a:bodyPr>
          <a:lstStyle/>
          <a:p>
            <a:pPr algn="ctr">
              <a:lnSpc>
                <a:spcPts val="4320"/>
              </a:lnSpc>
            </a:pPr>
            <a:r>
              <a:rPr lang="en-US" sz="3600">
                <a:solidFill>
                  <a:srgbClr val="000000"/>
                </a:solidFill>
                <a:latin typeface="Aptos"/>
                <a:ea typeface="Aptos"/>
                <a:cs typeface="Aptos"/>
                <a:sym typeface="Aptos"/>
              </a:rPr>
              <a:t>Ranasinghe K. S. S.</a:t>
            </a:r>
          </a:p>
        </p:txBody>
      </p:sp>
      <p:sp>
        <p:nvSpPr>
          <p:cNvPr id="30" name="TextBox 30"/>
          <p:cNvSpPr txBox="1"/>
          <p:nvPr/>
        </p:nvSpPr>
        <p:spPr>
          <a:xfrm>
            <a:off x="13383459" y="4586248"/>
            <a:ext cx="2992188" cy="542925"/>
          </a:xfrm>
          <a:prstGeom prst="rect">
            <a:avLst/>
          </a:prstGeom>
        </p:spPr>
        <p:txBody>
          <a:bodyPr lIns="0" tIns="0" rIns="0" bIns="0" rtlCol="0" anchor="t">
            <a:spAutoFit/>
          </a:bodyPr>
          <a:lstStyle/>
          <a:p>
            <a:pPr algn="ctr">
              <a:lnSpc>
                <a:spcPts val="4320"/>
              </a:lnSpc>
            </a:pPr>
            <a:r>
              <a:rPr lang="en-US" sz="3600">
                <a:solidFill>
                  <a:srgbClr val="000000"/>
                </a:solidFill>
                <a:latin typeface="Aptos"/>
                <a:ea typeface="Aptos"/>
                <a:cs typeface="Aptos"/>
                <a:sym typeface="Aptos"/>
              </a:rPr>
              <a:t>IT25103892</a:t>
            </a:r>
          </a:p>
        </p:txBody>
      </p:sp>
      <p:sp>
        <p:nvSpPr>
          <p:cNvPr id="31" name="TextBox 31"/>
          <p:cNvSpPr txBox="1"/>
          <p:nvPr/>
        </p:nvSpPr>
        <p:spPr>
          <a:xfrm>
            <a:off x="13383459" y="5129173"/>
            <a:ext cx="3166791" cy="542925"/>
          </a:xfrm>
          <a:prstGeom prst="rect">
            <a:avLst/>
          </a:prstGeom>
        </p:spPr>
        <p:txBody>
          <a:bodyPr lIns="0" tIns="0" rIns="0" bIns="0" rtlCol="0" anchor="t">
            <a:spAutoFit/>
          </a:bodyPr>
          <a:lstStyle/>
          <a:p>
            <a:pPr algn="ctr">
              <a:lnSpc>
                <a:spcPts val="4320"/>
              </a:lnSpc>
            </a:pPr>
            <a:r>
              <a:rPr lang="en-US" sz="3600">
                <a:solidFill>
                  <a:srgbClr val="000000"/>
                </a:solidFill>
                <a:latin typeface="Aptos"/>
                <a:ea typeface="Aptos"/>
                <a:cs typeface="Aptos"/>
                <a:sym typeface="Aptos"/>
              </a:rPr>
              <a:t>Usman M. N. M.</a:t>
            </a:r>
          </a:p>
        </p:txBody>
      </p:sp>
      <p:sp>
        <p:nvSpPr>
          <p:cNvPr id="32" name="TextBox 32"/>
          <p:cNvSpPr txBox="1"/>
          <p:nvPr/>
        </p:nvSpPr>
        <p:spPr>
          <a:xfrm>
            <a:off x="2522495" y="8567658"/>
            <a:ext cx="2992188" cy="542925"/>
          </a:xfrm>
          <a:prstGeom prst="rect">
            <a:avLst/>
          </a:prstGeom>
        </p:spPr>
        <p:txBody>
          <a:bodyPr lIns="0" tIns="0" rIns="0" bIns="0" rtlCol="0" anchor="t">
            <a:spAutoFit/>
          </a:bodyPr>
          <a:lstStyle/>
          <a:p>
            <a:pPr algn="ctr">
              <a:lnSpc>
                <a:spcPts val="4320"/>
              </a:lnSpc>
            </a:pPr>
            <a:r>
              <a:rPr lang="en-US" sz="3600">
                <a:solidFill>
                  <a:srgbClr val="000000"/>
                </a:solidFill>
                <a:latin typeface="Aptos"/>
                <a:ea typeface="Aptos"/>
                <a:cs typeface="Aptos"/>
                <a:sym typeface="Aptos"/>
              </a:rPr>
              <a:t>IT25103893</a:t>
            </a:r>
          </a:p>
        </p:txBody>
      </p:sp>
      <p:sp>
        <p:nvSpPr>
          <p:cNvPr id="33" name="TextBox 33"/>
          <p:cNvSpPr txBox="1"/>
          <p:nvPr/>
        </p:nvSpPr>
        <p:spPr>
          <a:xfrm>
            <a:off x="1886717" y="9110583"/>
            <a:ext cx="4563617" cy="542925"/>
          </a:xfrm>
          <a:prstGeom prst="rect">
            <a:avLst/>
          </a:prstGeom>
        </p:spPr>
        <p:txBody>
          <a:bodyPr lIns="0" tIns="0" rIns="0" bIns="0" rtlCol="0" anchor="t">
            <a:spAutoFit/>
          </a:bodyPr>
          <a:lstStyle/>
          <a:p>
            <a:pPr algn="ctr">
              <a:lnSpc>
                <a:spcPts val="4320"/>
              </a:lnSpc>
            </a:pPr>
            <a:r>
              <a:rPr lang="en-US" sz="3600">
                <a:solidFill>
                  <a:srgbClr val="000000"/>
                </a:solidFill>
                <a:latin typeface="Aptos"/>
                <a:ea typeface="Aptos"/>
                <a:cs typeface="Aptos"/>
                <a:sym typeface="Aptos"/>
              </a:rPr>
              <a:t>Chandrasekara P. V. A.</a:t>
            </a:r>
          </a:p>
        </p:txBody>
      </p:sp>
      <p:sp>
        <p:nvSpPr>
          <p:cNvPr id="34" name="TextBox 34"/>
          <p:cNvSpPr txBox="1"/>
          <p:nvPr/>
        </p:nvSpPr>
        <p:spPr>
          <a:xfrm>
            <a:off x="7799326" y="8520033"/>
            <a:ext cx="2992188" cy="542925"/>
          </a:xfrm>
          <a:prstGeom prst="rect">
            <a:avLst/>
          </a:prstGeom>
        </p:spPr>
        <p:txBody>
          <a:bodyPr lIns="0" tIns="0" rIns="0" bIns="0" rtlCol="0" anchor="t">
            <a:spAutoFit/>
          </a:bodyPr>
          <a:lstStyle/>
          <a:p>
            <a:pPr algn="ctr">
              <a:lnSpc>
                <a:spcPts val="4320"/>
              </a:lnSpc>
            </a:pPr>
            <a:r>
              <a:rPr lang="en-US" sz="3600">
                <a:solidFill>
                  <a:srgbClr val="000000"/>
                </a:solidFill>
                <a:latin typeface="Aptos"/>
                <a:ea typeface="Aptos"/>
                <a:cs typeface="Aptos"/>
                <a:sym typeface="Aptos"/>
              </a:rPr>
              <a:t>IT25103889</a:t>
            </a:r>
          </a:p>
        </p:txBody>
      </p:sp>
      <p:sp>
        <p:nvSpPr>
          <p:cNvPr id="35" name="TextBox 35"/>
          <p:cNvSpPr txBox="1"/>
          <p:nvPr/>
        </p:nvSpPr>
        <p:spPr>
          <a:xfrm>
            <a:off x="7690736" y="9062958"/>
            <a:ext cx="3268643" cy="542925"/>
          </a:xfrm>
          <a:prstGeom prst="rect">
            <a:avLst/>
          </a:prstGeom>
        </p:spPr>
        <p:txBody>
          <a:bodyPr lIns="0" tIns="0" rIns="0" bIns="0" rtlCol="0" anchor="t">
            <a:spAutoFit/>
          </a:bodyPr>
          <a:lstStyle/>
          <a:p>
            <a:pPr algn="ctr">
              <a:lnSpc>
                <a:spcPts val="4320"/>
              </a:lnSpc>
            </a:pPr>
            <a:r>
              <a:rPr lang="en-US" sz="3600">
                <a:solidFill>
                  <a:srgbClr val="000000"/>
                </a:solidFill>
                <a:latin typeface="Aptos"/>
                <a:ea typeface="Aptos"/>
                <a:cs typeface="Aptos"/>
                <a:sym typeface="Aptos"/>
              </a:rPr>
              <a:t>Edirisinghe U. K.</a:t>
            </a:r>
          </a:p>
        </p:txBody>
      </p:sp>
      <p:sp>
        <p:nvSpPr>
          <p:cNvPr id="36" name="TextBox 36"/>
          <p:cNvSpPr txBox="1"/>
          <p:nvPr/>
        </p:nvSpPr>
        <p:spPr>
          <a:xfrm>
            <a:off x="13364409" y="8510508"/>
            <a:ext cx="2992188" cy="542925"/>
          </a:xfrm>
          <a:prstGeom prst="rect">
            <a:avLst/>
          </a:prstGeom>
        </p:spPr>
        <p:txBody>
          <a:bodyPr lIns="0" tIns="0" rIns="0" bIns="0" rtlCol="0" anchor="t">
            <a:spAutoFit/>
          </a:bodyPr>
          <a:lstStyle/>
          <a:p>
            <a:pPr algn="ctr">
              <a:lnSpc>
                <a:spcPts val="4320"/>
              </a:lnSpc>
            </a:pPr>
            <a:r>
              <a:rPr lang="en-US" sz="3600">
                <a:solidFill>
                  <a:srgbClr val="000000"/>
                </a:solidFill>
                <a:latin typeface="Aptos"/>
                <a:ea typeface="Aptos"/>
                <a:cs typeface="Aptos"/>
                <a:sym typeface="Aptos"/>
              </a:rPr>
              <a:t>IT25103891</a:t>
            </a:r>
          </a:p>
        </p:txBody>
      </p:sp>
      <p:sp>
        <p:nvSpPr>
          <p:cNvPr id="37" name="TextBox 37"/>
          <p:cNvSpPr txBox="1"/>
          <p:nvPr/>
        </p:nvSpPr>
        <p:spPr>
          <a:xfrm>
            <a:off x="13315207" y="9053433"/>
            <a:ext cx="3185841" cy="542925"/>
          </a:xfrm>
          <a:prstGeom prst="rect">
            <a:avLst/>
          </a:prstGeom>
        </p:spPr>
        <p:txBody>
          <a:bodyPr lIns="0" tIns="0" rIns="0" bIns="0" rtlCol="0" anchor="t">
            <a:spAutoFit/>
          </a:bodyPr>
          <a:lstStyle/>
          <a:p>
            <a:pPr algn="ctr">
              <a:lnSpc>
                <a:spcPts val="4320"/>
              </a:lnSpc>
            </a:pPr>
            <a:r>
              <a:rPr lang="en-US" sz="3600">
                <a:solidFill>
                  <a:srgbClr val="000000"/>
                </a:solidFill>
                <a:latin typeface="Aptos"/>
                <a:ea typeface="Aptos"/>
                <a:cs typeface="Aptos"/>
                <a:sym typeface="Aptos"/>
              </a:rPr>
              <a:t>Malshika U. L. J.</a:t>
            </a:r>
          </a:p>
        </p:txBody>
      </p:sp>
      <p:sp>
        <p:nvSpPr>
          <p:cNvPr id="38" name="Freeform 38"/>
          <p:cNvSpPr/>
          <p:nvPr/>
        </p:nvSpPr>
        <p:spPr>
          <a:xfrm>
            <a:off x="13525354" y="5672098"/>
            <a:ext cx="2765548" cy="2765548"/>
          </a:xfrm>
          <a:custGeom>
            <a:avLst/>
            <a:gdLst/>
            <a:ahLst/>
            <a:cxnLst/>
            <a:rect l="l" t="t" r="r" b="b"/>
            <a:pathLst>
              <a:path w="2765548" h="2765548">
                <a:moveTo>
                  <a:pt x="0" y="0"/>
                </a:moveTo>
                <a:lnTo>
                  <a:pt x="2765548" y="0"/>
                </a:lnTo>
                <a:lnTo>
                  <a:pt x="2765548" y="2765548"/>
                </a:lnTo>
                <a:lnTo>
                  <a:pt x="0" y="2765548"/>
                </a:lnTo>
                <a:lnTo>
                  <a:pt x="0" y="0"/>
                </a:lnTo>
                <a:close/>
              </a:path>
            </a:pathLst>
          </a:custGeom>
          <a:blipFill>
            <a:blip r:embed="rId9">
              <a:extLst>
                <a:ext uri="{96DAC541-7B7A-43D3-8B79-37D633B846F1}">
                  <asvg:svgBlip xmlns:asvg="http://schemas.microsoft.com/office/drawing/2016/SVG/main" r:embed="rId10"/>
                </a:ext>
              </a:extLst>
            </a:blip>
            <a:stretch>
              <a:fillRect/>
            </a:stretch>
          </a:blipFill>
          <a:ln cap="sq">
            <a:noFill/>
            <a:prstDash val="solid"/>
            <a:miter/>
          </a:ln>
        </p:spPr>
        <p:txBody>
          <a:bodyPr/>
          <a:lstStyle/>
          <a:p>
            <a:endParaRPr lang="en-US"/>
          </a:p>
        </p:txBody>
      </p:sp>
      <p:sp>
        <p:nvSpPr>
          <p:cNvPr id="39" name="TextBox 39"/>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2</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5000" r="10000"/>
            </a:stretch>
          </a:blipFill>
        </p:spPr>
        <p:txBody>
          <a:bodyPr/>
          <a:lstStyle/>
          <a:p>
            <a:endParaRPr lang="en-US"/>
          </a:p>
        </p:txBody>
      </p:sp>
      <p:grpSp>
        <p:nvGrpSpPr>
          <p:cNvPr id="3" name="Group 3"/>
          <p:cNvGrpSpPr/>
          <p:nvPr/>
        </p:nvGrpSpPr>
        <p:grpSpPr>
          <a:xfrm>
            <a:off x="10149843" y="2338088"/>
            <a:ext cx="8611185" cy="1514476"/>
            <a:chOff x="0" y="0"/>
            <a:chExt cx="11481580" cy="2019302"/>
          </a:xfrm>
        </p:grpSpPr>
        <p:sp>
          <p:nvSpPr>
            <p:cNvPr id="4" name="Freeform 4"/>
            <p:cNvSpPr/>
            <p:nvPr/>
          </p:nvSpPr>
          <p:spPr>
            <a:xfrm>
              <a:off x="0" y="0"/>
              <a:ext cx="11481580" cy="2019302"/>
            </a:xfrm>
            <a:custGeom>
              <a:avLst/>
              <a:gdLst/>
              <a:ahLst/>
              <a:cxnLst/>
              <a:rect l="l" t="t" r="r" b="b"/>
              <a:pathLst>
                <a:path w="11481580" h="2019302">
                  <a:moveTo>
                    <a:pt x="0" y="0"/>
                  </a:moveTo>
                  <a:lnTo>
                    <a:pt x="11481580" y="0"/>
                  </a:lnTo>
                  <a:lnTo>
                    <a:pt x="11481580" y="2019302"/>
                  </a:lnTo>
                  <a:lnTo>
                    <a:pt x="0" y="2019302"/>
                  </a:lnTo>
                  <a:close/>
                </a:path>
              </a:pathLst>
            </a:custGeom>
            <a:solidFill>
              <a:srgbClr val="000000">
                <a:alpha val="0"/>
              </a:srgbClr>
            </a:solidFill>
          </p:spPr>
          <p:txBody>
            <a:bodyPr/>
            <a:lstStyle/>
            <a:p>
              <a:endParaRPr lang="en-US"/>
            </a:p>
          </p:txBody>
        </p:sp>
        <p:sp>
          <p:nvSpPr>
            <p:cNvPr id="5" name="TextBox 5"/>
            <p:cNvSpPr txBox="1"/>
            <p:nvPr/>
          </p:nvSpPr>
          <p:spPr>
            <a:xfrm>
              <a:off x="0" y="66675"/>
              <a:ext cx="11481580" cy="1952627"/>
            </a:xfrm>
            <a:prstGeom prst="rect">
              <a:avLst/>
            </a:prstGeom>
          </p:spPr>
          <p:txBody>
            <a:bodyPr lIns="0" tIns="0" rIns="0" bIns="0" rtlCol="0" anchor="ctr"/>
            <a:lstStyle/>
            <a:p>
              <a:pPr algn="l">
                <a:lnSpc>
                  <a:spcPts val="7128"/>
                </a:lnSpc>
              </a:pPr>
              <a:r>
                <a:rPr lang="en-US" sz="6600" b="1">
                  <a:solidFill>
                    <a:srgbClr val="163E64"/>
                  </a:solidFill>
                  <a:latin typeface="Aptos Bold"/>
                  <a:ea typeface="Aptos Bold"/>
                  <a:cs typeface="Aptos Bold"/>
                  <a:sym typeface="Aptos Bold"/>
                </a:rPr>
                <a:t>Project Background</a:t>
              </a:r>
            </a:p>
          </p:txBody>
        </p:sp>
      </p:grpSp>
      <p:sp>
        <p:nvSpPr>
          <p:cNvPr id="6" name="TextBox 6"/>
          <p:cNvSpPr txBox="1"/>
          <p:nvPr/>
        </p:nvSpPr>
        <p:spPr>
          <a:xfrm>
            <a:off x="9734842" y="3708370"/>
            <a:ext cx="7997482" cy="4479042"/>
          </a:xfrm>
          <a:prstGeom prst="rect">
            <a:avLst/>
          </a:prstGeom>
        </p:spPr>
        <p:txBody>
          <a:bodyPr lIns="0" tIns="0" rIns="0" bIns="0" rtlCol="0" anchor="t">
            <a:spAutoFit/>
          </a:bodyPr>
          <a:lstStyle/>
          <a:p>
            <a:pPr algn="just">
              <a:lnSpc>
                <a:spcPts val="4320"/>
              </a:lnSpc>
            </a:pPr>
            <a:r>
              <a:rPr lang="en-US" sz="3600">
                <a:solidFill>
                  <a:srgbClr val="000000"/>
                </a:solidFill>
                <a:latin typeface="Aptos"/>
                <a:ea typeface="Aptos"/>
                <a:cs typeface="Aptos"/>
                <a:sym typeface="Aptos"/>
              </a:rPr>
              <a:t>Parking has become difficult as vehicle numbers keep increasing. Manual ticket systems are slow and cause delays. Using RFID and sensors can make parking faster and easier. Our system identifies vehicles automatically and shows free slots in real-time, making parking smoother and more efficient.</a:t>
            </a:r>
          </a:p>
        </p:txBody>
      </p:sp>
      <p:sp>
        <p:nvSpPr>
          <p:cNvPr id="7" name="TextBox 7"/>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3</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8000" t="-1000" r="-3999" b="-1999"/>
            </a:stretch>
          </a:blipFill>
        </p:spPr>
        <p:txBody>
          <a:bodyPr/>
          <a:lstStyle/>
          <a:p>
            <a:endParaRPr lang="en-US"/>
          </a:p>
        </p:txBody>
      </p:sp>
      <p:grpSp>
        <p:nvGrpSpPr>
          <p:cNvPr id="3" name="Group 3"/>
          <p:cNvGrpSpPr/>
          <p:nvPr/>
        </p:nvGrpSpPr>
        <p:grpSpPr>
          <a:xfrm>
            <a:off x="589084" y="1004263"/>
            <a:ext cx="8639322" cy="1839681"/>
            <a:chOff x="0" y="0"/>
            <a:chExt cx="11519096" cy="2452908"/>
          </a:xfrm>
        </p:grpSpPr>
        <p:sp>
          <p:nvSpPr>
            <p:cNvPr id="4" name="Freeform 4"/>
            <p:cNvSpPr/>
            <p:nvPr/>
          </p:nvSpPr>
          <p:spPr>
            <a:xfrm>
              <a:off x="0" y="0"/>
              <a:ext cx="11519096" cy="2452908"/>
            </a:xfrm>
            <a:custGeom>
              <a:avLst/>
              <a:gdLst/>
              <a:ahLst/>
              <a:cxnLst/>
              <a:rect l="l" t="t" r="r" b="b"/>
              <a:pathLst>
                <a:path w="11519096" h="2452908">
                  <a:moveTo>
                    <a:pt x="0" y="0"/>
                  </a:moveTo>
                  <a:lnTo>
                    <a:pt x="11519096" y="0"/>
                  </a:lnTo>
                  <a:lnTo>
                    <a:pt x="11519096" y="2452908"/>
                  </a:lnTo>
                  <a:lnTo>
                    <a:pt x="0" y="2452908"/>
                  </a:lnTo>
                  <a:close/>
                </a:path>
              </a:pathLst>
            </a:custGeom>
            <a:solidFill>
              <a:srgbClr val="000000">
                <a:alpha val="0"/>
              </a:srgbClr>
            </a:solidFill>
          </p:spPr>
          <p:txBody>
            <a:bodyPr/>
            <a:lstStyle/>
            <a:p>
              <a:endParaRPr lang="en-US"/>
            </a:p>
          </p:txBody>
        </p:sp>
        <p:sp>
          <p:nvSpPr>
            <p:cNvPr id="5" name="TextBox 5"/>
            <p:cNvSpPr txBox="1"/>
            <p:nvPr/>
          </p:nvSpPr>
          <p:spPr>
            <a:xfrm>
              <a:off x="0" y="57150"/>
              <a:ext cx="11519096" cy="2395758"/>
            </a:xfrm>
            <a:prstGeom prst="rect">
              <a:avLst/>
            </a:prstGeom>
          </p:spPr>
          <p:txBody>
            <a:bodyPr lIns="0" tIns="0" rIns="0" bIns="0" rtlCol="0" anchor="ctr"/>
            <a:lstStyle/>
            <a:p>
              <a:pPr algn="l">
                <a:lnSpc>
                  <a:spcPts val="6415"/>
                </a:lnSpc>
              </a:pPr>
              <a:r>
                <a:rPr lang="en-US" sz="5940" b="1">
                  <a:solidFill>
                    <a:srgbClr val="163E64"/>
                  </a:solidFill>
                  <a:latin typeface="Aptos Bold"/>
                  <a:ea typeface="Aptos Bold"/>
                  <a:cs typeface="Aptos Bold"/>
                  <a:sym typeface="Aptos Bold"/>
                </a:rPr>
                <a:t>Problem and Motivation</a:t>
              </a:r>
            </a:p>
          </p:txBody>
        </p:sp>
      </p:grpSp>
      <p:sp>
        <p:nvSpPr>
          <p:cNvPr id="6" name="TextBox 6"/>
          <p:cNvSpPr txBox="1"/>
          <p:nvPr/>
        </p:nvSpPr>
        <p:spPr>
          <a:xfrm>
            <a:off x="680524" y="3013489"/>
            <a:ext cx="8161020" cy="4825167"/>
          </a:xfrm>
          <a:prstGeom prst="rect">
            <a:avLst/>
          </a:prstGeom>
        </p:spPr>
        <p:txBody>
          <a:bodyPr lIns="0" tIns="0" rIns="0" bIns="0" rtlCol="0" anchor="t">
            <a:spAutoFit/>
          </a:bodyPr>
          <a:lstStyle/>
          <a:p>
            <a:pPr marL="703088" lvl="1" indent="-351544" algn="just">
              <a:lnSpc>
                <a:spcPts val="3356"/>
              </a:lnSpc>
              <a:buFont typeface="Arial"/>
              <a:buChar char="•"/>
            </a:pPr>
            <a:r>
              <a:rPr lang="en-US" sz="3885" b="1" dirty="0">
                <a:solidFill>
                  <a:srgbClr val="000000"/>
                </a:solidFill>
                <a:latin typeface="Aptos"/>
                <a:ea typeface="Aptos"/>
                <a:cs typeface="Aptos"/>
                <a:sym typeface="Aptos"/>
              </a:rPr>
              <a:t>Problem</a:t>
            </a:r>
          </a:p>
          <a:p>
            <a:pPr marL="703088" lvl="1" indent="-351544" algn="just">
              <a:lnSpc>
                <a:spcPts val="3356"/>
              </a:lnSpc>
            </a:pPr>
            <a:r>
              <a:rPr lang="en-US" sz="3885" dirty="0">
                <a:solidFill>
                  <a:srgbClr val="000000"/>
                </a:solidFill>
                <a:latin typeface="Aptos"/>
                <a:ea typeface="Aptos"/>
                <a:cs typeface="Aptos"/>
                <a:sym typeface="Aptos"/>
              </a:rPr>
              <a:t>Manual parking is slow and doesn’t show real-time slot availability. This causes congestion, delays, and errors in billing and access.</a:t>
            </a:r>
          </a:p>
          <a:p>
            <a:pPr marL="703088" lvl="1" indent="-351544" algn="just">
              <a:lnSpc>
                <a:spcPts val="3356"/>
              </a:lnSpc>
            </a:pPr>
            <a:endParaRPr lang="en-US" sz="3885" dirty="0">
              <a:solidFill>
                <a:srgbClr val="000000"/>
              </a:solidFill>
              <a:latin typeface="Aptos"/>
              <a:ea typeface="Aptos"/>
              <a:cs typeface="Aptos"/>
              <a:sym typeface="Aptos"/>
            </a:endParaRPr>
          </a:p>
          <a:p>
            <a:pPr marL="703088" lvl="1" indent="-351544" algn="just">
              <a:lnSpc>
                <a:spcPts val="3356"/>
              </a:lnSpc>
              <a:buFont typeface="Arial"/>
              <a:buChar char="•"/>
            </a:pPr>
            <a:r>
              <a:rPr lang="en-US" sz="3885" b="1" dirty="0">
                <a:solidFill>
                  <a:srgbClr val="000000"/>
                </a:solidFill>
                <a:latin typeface="Aptos"/>
                <a:ea typeface="Aptos"/>
                <a:cs typeface="Aptos"/>
                <a:sym typeface="Aptos"/>
              </a:rPr>
              <a:t>Motivation</a:t>
            </a:r>
            <a:r>
              <a:rPr lang="en-US" sz="3885" dirty="0">
                <a:solidFill>
                  <a:srgbClr val="000000"/>
                </a:solidFill>
                <a:latin typeface="Aptos"/>
                <a:ea typeface="Aptos"/>
                <a:cs typeface="Aptos"/>
                <a:sym typeface="Aptos"/>
              </a:rPr>
              <a:t> </a:t>
            </a:r>
          </a:p>
          <a:p>
            <a:pPr marL="703088" lvl="1" indent="-351544" algn="just">
              <a:lnSpc>
                <a:spcPts val="3356"/>
              </a:lnSpc>
            </a:pPr>
            <a:r>
              <a:rPr lang="en-US" sz="3885" dirty="0">
                <a:solidFill>
                  <a:srgbClr val="000000"/>
                </a:solidFill>
                <a:latin typeface="Aptos"/>
                <a:ea typeface="Aptos"/>
                <a:cs typeface="Aptos"/>
                <a:sym typeface="Aptos"/>
              </a:rPr>
              <a:t>A smart automated system can save time, reduce traffic, and improve accuracy and security using RFID and IoT.</a:t>
            </a:r>
          </a:p>
        </p:txBody>
      </p:sp>
      <p:sp>
        <p:nvSpPr>
          <p:cNvPr id="7" name="TextBox 7"/>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4</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US"/>
          </a:p>
        </p:txBody>
      </p:sp>
      <p:grpSp>
        <p:nvGrpSpPr>
          <p:cNvPr id="3" name="Group 3"/>
          <p:cNvGrpSpPr/>
          <p:nvPr/>
        </p:nvGrpSpPr>
        <p:grpSpPr>
          <a:xfrm>
            <a:off x="5393202" y="252267"/>
            <a:ext cx="15773400" cy="1988344"/>
            <a:chOff x="0" y="0"/>
            <a:chExt cx="21031200" cy="2651126"/>
          </a:xfrm>
        </p:grpSpPr>
        <p:sp>
          <p:nvSpPr>
            <p:cNvPr id="4" name="Freeform 4"/>
            <p:cNvSpPr/>
            <p:nvPr/>
          </p:nvSpPr>
          <p:spPr>
            <a:xfrm>
              <a:off x="0" y="0"/>
              <a:ext cx="21031200" cy="2651126"/>
            </a:xfrm>
            <a:custGeom>
              <a:avLst/>
              <a:gdLst/>
              <a:ahLst/>
              <a:cxnLst/>
              <a:rect l="l" t="t" r="r" b="b"/>
              <a:pathLst>
                <a:path w="21031200" h="2651126">
                  <a:moveTo>
                    <a:pt x="0" y="0"/>
                  </a:moveTo>
                  <a:lnTo>
                    <a:pt x="21031200" y="0"/>
                  </a:lnTo>
                  <a:lnTo>
                    <a:pt x="21031200" y="2651126"/>
                  </a:lnTo>
                  <a:lnTo>
                    <a:pt x="0" y="2651126"/>
                  </a:lnTo>
                  <a:close/>
                </a:path>
              </a:pathLst>
            </a:custGeom>
            <a:solidFill>
              <a:srgbClr val="000000">
                <a:alpha val="0"/>
              </a:srgbClr>
            </a:solidFill>
          </p:spPr>
          <p:txBody>
            <a:bodyPr/>
            <a:lstStyle/>
            <a:p>
              <a:endParaRPr lang="en-US"/>
            </a:p>
          </p:txBody>
        </p:sp>
        <p:sp>
          <p:nvSpPr>
            <p:cNvPr id="5" name="TextBox 5"/>
            <p:cNvSpPr txBox="1"/>
            <p:nvPr/>
          </p:nvSpPr>
          <p:spPr>
            <a:xfrm>
              <a:off x="0" y="66675"/>
              <a:ext cx="21031200" cy="2584451"/>
            </a:xfrm>
            <a:prstGeom prst="rect">
              <a:avLst/>
            </a:prstGeom>
          </p:spPr>
          <p:txBody>
            <a:bodyPr lIns="0" tIns="0" rIns="0" bIns="0" rtlCol="0" anchor="ctr"/>
            <a:lstStyle/>
            <a:p>
              <a:pPr algn="l">
                <a:lnSpc>
                  <a:spcPts val="7128"/>
                </a:lnSpc>
              </a:pPr>
              <a:r>
                <a:rPr lang="en-US" sz="6600" b="1">
                  <a:solidFill>
                    <a:srgbClr val="163E64"/>
                  </a:solidFill>
                  <a:latin typeface="Aptos Bold"/>
                  <a:ea typeface="Aptos Bold"/>
                  <a:cs typeface="Aptos Bold"/>
                  <a:sym typeface="Aptos Bold"/>
                </a:rPr>
                <a:t>System Diagram</a:t>
              </a:r>
            </a:p>
          </p:txBody>
        </p:sp>
      </p:grpSp>
      <p:grpSp>
        <p:nvGrpSpPr>
          <p:cNvPr id="6" name="Group 6"/>
          <p:cNvGrpSpPr>
            <a:grpSpLocks noChangeAspect="1"/>
          </p:cNvGrpSpPr>
          <p:nvPr/>
        </p:nvGrpSpPr>
        <p:grpSpPr>
          <a:xfrm>
            <a:off x="2420212" y="1954401"/>
            <a:ext cx="13447575" cy="7564261"/>
            <a:chOff x="0" y="0"/>
            <a:chExt cx="17930100" cy="10085682"/>
          </a:xfrm>
        </p:grpSpPr>
        <p:sp>
          <p:nvSpPr>
            <p:cNvPr id="7" name="Freeform 7" descr="A computer parts on a black background  AI-generated content may be incorrect."/>
            <p:cNvSpPr/>
            <p:nvPr/>
          </p:nvSpPr>
          <p:spPr>
            <a:xfrm>
              <a:off x="0" y="0"/>
              <a:ext cx="17930113" cy="10085705"/>
            </a:xfrm>
            <a:custGeom>
              <a:avLst/>
              <a:gdLst/>
              <a:ahLst/>
              <a:cxnLst/>
              <a:rect l="l" t="t" r="r" b="b"/>
              <a:pathLst>
                <a:path w="17930113" h="10085705">
                  <a:moveTo>
                    <a:pt x="0" y="0"/>
                  </a:moveTo>
                  <a:lnTo>
                    <a:pt x="17930113" y="0"/>
                  </a:lnTo>
                  <a:lnTo>
                    <a:pt x="17930113" y="10085705"/>
                  </a:lnTo>
                  <a:lnTo>
                    <a:pt x="0" y="10085705"/>
                  </a:lnTo>
                  <a:lnTo>
                    <a:pt x="0" y="0"/>
                  </a:lnTo>
                  <a:close/>
                </a:path>
              </a:pathLst>
            </a:custGeom>
            <a:blipFill>
              <a:blip r:embed="rId3"/>
              <a:stretch>
                <a:fillRect/>
              </a:stretch>
            </a:blipFill>
          </p:spPr>
          <p:txBody>
            <a:bodyPr/>
            <a:lstStyle/>
            <a:p>
              <a:endParaRPr lang="en-US"/>
            </a:p>
          </p:txBody>
        </p:sp>
      </p:grpSp>
      <p:sp>
        <p:nvSpPr>
          <p:cNvPr id="8" name="TextBox 8"/>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5</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95000"/>
            </a:blip>
            <a:stretch>
              <a:fillRect l="11000" t="-6000" r="-6000" b="-3000"/>
            </a:stretch>
          </a:blipFill>
        </p:spPr>
        <p:txBody>
          <a:bodyPr/>
          <a:lstStyle/>
          <a:p>
            <a:endParaRPr lang="en-US"/>
          </a:p>
        </p:txBody>
      </p:sp>
      <p:grpSp>
        <p:nvGrpSpPr>
          <p:cNvPr id="3" name="Group 3"/>
          <p:cNvGrpSpPr/>
          <p:nvPr/>
        </p:nvGrpSpPr>
        <p:grpSpPr>
          <a:xfrm>
            <a:off x="4760155" y="1061358"/>
            <a:ext cx="15773400" cy="1988345"/>
            <a:chOff x="0" y="0"/>
            <a:chExt cx="21031200" cy="2651126"/>
          </a:xfrm>
        </p:grpSpPr>
        <p:sp>
          <p:nvSpPr>
            <p:cNvPr id="4" name="Freeform 4"/>
            <p:cNvSpPr/>
            <p:nvPr/>
          </p:nvSpPr>
          <p:spPr>
            <a:xfrm>
              <a:off x="0" y="0"/>
              <a:ext cx="21031200" cy="2651126"/>
            </a:xfrm>
            <a:custGeom>
              <a:avLst/>
              <a:gdLst/>
              <a:ahLst/>
              <a:cxnLst/>
              <a:rect l="l" t="t" r="r" b="b"/>
              <a:pathLst>
                <a:path w="21031200" h="2651126">
                  <a:moveTo>
                    <a:pt x="0" y="0"/>
                  </a:moveTo>
                  <a:lnTo>
                    <a:pt x="21031200" y="0"/>
                  </a:lnTo>
                  <a:lnTo>
                    <a:pt x="21031200" y="2651126"/>
                  </a:lnTo>
                  <a:lnTo>
                    <a:pt x="0" y="2651126"/>
                  </a:lnTo>
                  <a:close/>
                </a:path>
              </a:pathLst>
            </a:custGeom>
            <a:solidFill>
              <a:srgbClr val="000000">
                <a:alpha val="0"/>
              </a:srgbClr>
            </a:solidFill>
          </p:spPr>
          <p:txBody>
            <a:bodyPr/>
            <a:lstStyle/>
            <a:p>
              <a:endParaRPr lang="en-US"/>
            </a:p>
          </p:txBody>
        </p:sp>
        <p:sp>
          <p:nvSpPr>
            <p:cNvPr id="5" name="TextBox 5"/>
            <p:cNvSpPr txBox="1"/>
            <p:nvPr/>
          </p:nvSpPr>
          <p:spPr>
            <a:xfrm>
              <a:off x="0" y="66675"/>
              <a:ext cx="21031200" cy="2584451"/>
            </a:xfrm>
            <a:prstGeom prst="rect">
              <a:avLst/>
            </a:prstGeom>
          </p:spPr>
          <p:txBody>
            <a:bodyPr lIns="0" tIns="0" rIns="0" bIns="0" rtlCol="0" anchor="ctr"/>
            <a:lstStyle/>
            <a:p>
              <a:pPr algn="l">
                <a:lnSpc>
                  <a:spcPts val="7128"/>
                </a:lnSpc>
              </a:pPr>
              <a:r>
                <a:rPr lang="en-US" sz="6600" b="1">
                  <a:solidFill>
                    <a:srgbClr val="163E64"/>
                  </a:solidFill>
                  <a:latin typeface="Aptos Bold"/>
                  <a:ea typeface="Aptos Bold"/>
                  <a:cs typeface="Aptos Bold"/>
                  <a:sym typeface="Aptos Bold"/>
                </a:rPr>
                <a:t>Methodology</a:t>
              </a:r>
            </a:p>
          </p:txBody>
        </p:sp>
      </p:grpSp>
      <p:sp>
        <p:nvSpPr>
          <p:cNvPr id="6" name="TextBox 6"/>
          <p:cNvSpPr txBox="1"/>
          <p:nvPr/>
        </p:nvSpPr>
        <p:spPr>
          <a:xfrm>
            <a:off x="378070" y="3298418"/>
            <a:ext cx="15590520" cy="6387942"/>
          </a:xfrm>
          <a:prstGeom prst="rect">
            <a:avLst/>
          </a:prstGeom>
        </p:spPr>
        <p:txBody>
          <a:bodyPr lIns="0" tIns="0" rIns="0" bIns="0" rtlCol="0" anchor="t">
            <a:spAutoFit/>
          </a:bodyPr>
          <a:lstStyle/>
          <a:p>
            <a:pPr marL="760095" lvl="1" indent="-380048" algn="l">
              <a:lnSpc>
                <a:spcPts val="4536"/>
              </a:lnSpc>
              <a:buAutoNum type="arabicPeriod"/>
            </a:pPr>
            <a:r>
              <a:rPr lang="en-US" sz="4200">
                <a:solidFill>
                  <a:srgbClr val="000000"/>
                </a:solidFill>
                <a:latin typeface="Aptos"/>
                <a:ea typeface="Aptos"/>
                <a:cs typeface="Aptos"/>
                <a:sym typeface="Aptos"/>
              </a:rPr>
              <a:t>Requirement Analysis and Planning</a:t>
            </a:r>
          </a:p>
          <a:p>
            <a:pPr marL="760095" lvl="1" indent="-380048" algn="l">
              <a:lnSpc>
                <a:spcPts val="4536"/>
              </a:lnSpc>
              <a:buAutoNum type="arabicPeriod"/>
            </a:pPr>
            <a:r>
              <a:rPr lang="en-US" sz="4200">
                <a:solidFill>
                  <a:srgbClr val="000000"/>
                </a:solidFill>
                <a:latin typeface="Aptos"/>
                <a:ea typeface="Aptos"/>
                <a:cs typeface="Aptos"/>
                <a:sym typeface="Aptos"/>
              </a:rPr>
              <a:t>System Design</a:t>
            </a:r>
          </a:p>
          <a:p>
            <a:pPr marL="760095" lvl="1" indent="-380048" algn="l">
              <a:lnSpc>
                <a:spcPts val="4536"/>
              </a:lnSpc>
              <a:buAutoNum type="arabicPeriod"/>
            </a:pPr>
            <a:r>
              <a:rPr lang="en-US" sz="4200">
                <a:solidFill>
                  <a:srgbClr val="000000"/>
                </a:solidFill>
                <a:latin typeface="Aptos"/>
                <a:ea typeface="Aptos"/>
                <a:cs typeface="Aptos"/>
                <a:sym typeface="Aptos"/>
              </a:rPr>
              <a:t>Development</a:t>
            </a:r>
          </a:p>
          <a:p>
            <a:pPr marL="760095" lvl="1" indent="-380048" algn="l">
              <a:lnSpc>
                <a:spcPts val="4536"/>
              </a:lnSpc>
              <a:buAutoNum type="arabicPeriod"/>
            </a:pPr>
            <a:r>
              <a:rPr lang="en-US" sz="4200">
                <a:solidFill>
                  <a:srgbClr val="000000"/>
                </a:solidFill>
                <a:latin typeface="Aptos"/>
                <a:ea typeface="Aptos"/>
                <a:cs typeface="Aptos"/>
                <a:sym typeface="Aptos"/>
              </a:rPr>
              <a:t>Testing and Quality Assurance</a:t>
            </a:r>
          </a:p>
          <a:p>
            <a:pPr marL="760095" lvl="1" indent="-380048" algn="l">
              <a:lnSpc>
                <a:spcPts val="4536"/>
              </a:lnSpc>
              <a:buAutoNum type="arabicPeriod"/>
            </a:pPr>
            <a:r>
              <a:rPr lang="en-US" sz="4200">
                <a:solidFill>
                  <a:srgbClr val="000000"/>
                </a:solidFill>
                <a:latin typeface="Aptos"/>
                <a:ea typeface="Aptos"/>
                <a:cs typeface="Aptos"/>
                <a:sym typeface="Aptos"/>
              </a:rPr>
              <a:t>Deployment and Integration</a:t>
            </a:r>
          </a:p>
        </p:txBody>
      </p:sp>
      <p:sp>
        <p:nvSpPr>
          <p:cNvPr id="7" name="TextBox 7"/>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6</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US"/>
          </a:p>
        </p:txBody>
      </p:sp>
      <p:grpSp>
        <p:nvGrpSpPr>
          <p:cNvPr id="3" name="Group 3"/>
          <p:cNvGrpSpPr/>
          <p:nvPr/>
        </p:nvGrpSpPr>
        <p:grpSpPr>
          <a:xfrm>
            <a:off x="1257300" y="547688"/>
            <a:ext cx="15773400" cy="1988345"/>
            <a:chOff x="0" y="0"/>
            <a:chExt cx="21031200" cy="2651126"/>
          </a:xfrm>
        </p:grpSpPr>
        <p:sp>
          <p:nvSpPr>
            <p:cNvPr id="4" name="Freeform 4"/>
            <p:cNvSpPr/>
            <p:nvPr/>
          </p:nvSpPr>
          <p:spPr>
            <a:xfrm>
              <a:off x="0" y="0"/>
              <a:ext cx="21031200" cy="2651126"/>
            </a:xfrm>
            <a:custGeom>
              <a:avLst/>
              <a:gdLst/>
              <a:ahLst/>
              <a:cxnLst/>
              <a:rect l="l" t="t" r="r" b="b"/>
              <a:pathLst>
                <a:path w="21031200" h="2651126">
                  <a:moveTo>
                    <a:pt x="0" y="0"/>
                  </a:moveTo>
                  <a:lnTo>
                    <a:pt x="21031200" y="0"/>
                  </a:lnTo>
                  <a:lnTo>
                    <a:pt x="21031200" y="2651126"/>
                  </a:lnTo>
                  <a:lnTo>
                    <a:pt x="0" y="2651126"/>
                  </a:lnTo>
                  <a:close/>
                </a:path>
              </a:pathLst>
            </a:custGeom>
            <a:solidFill>
              <a:srgbClr val="000000">
                <a:alpha val="0"/>
              </a:srgbClr>
            </a:solidFill>
          </p:spPr>
          <p:txBody>
            <a:bodyPr/>
            <a:lstStyle/>
            <a:p>
              <a:endParaRPr lang="en-US"/>
            </a:p>
          </p:txBody>
        </p:sp>
        <p:sp>
          <p:nvSpPr>
            <p:cNvPr id="5" name="TextBox 5"/>
            <p:cNvSpPr txBox="1"/>
            <p:nvPr/>
          </p:nvSpPr>
          <p:spPr>
            <a:xfrm>
              <a:off x="0" y="66675"/>
              <a:ext cx="21031200" cy="2584451"/>
            </a:xfrm>
            <a:prstGeom prst="rect">
              <a:avLst/>
            </a:prstGeom>
          </p:spPr>
          <p:txBody>
            <a:bodyPr lIns="0" tIns="0" rIns="0" bIns="0" rtlCol="0" anchor="ctr"/>
            <a:lstStyle/>
            <a:p>
              <a:pPr algn="l">
                <a:lnSpc>
                  <a:spcPts val="7128"/>
                </a:lnSpc>
              </a:pPr>
              <a:r>
                <a:rPr lang="en-US" sz="6600" b="1">
                  <a:solidFill>
                    <a:srgbClr val="163E64"/>
                  </a:solidFill>
                  <a:latin typeface="Aptos Bold"/>
                  <a:ea typeface="Aptos Bold"/>
                  <a:cs typeface="Aptos Bold"/>
                  <a:sym typeface="Aptos Bold"/>
                </a:rPr>
                <a:t>Evaluation Method</a:t>
              </a:r>
            </a:p>
          </p:txBody>
        </p:sp>
      </p:grpSp>
      <p:sp>
        <p:nvSpPr>
          <p:cNvPr id="6" name="TextBox 6"/>
          <p:cNvSpPr txBox="1"/>
          <p:nvPr/>
        </p:nvSpPr>
        <p:spPr>
          <a:xfrm>
            <a:off x="11148645" y="2878747"/>
            <a:ext cx="5790614" cy="6340977"/>
          </a:xfrm>
          <a:prstGeom prst="rect">
            <a:avLst/>
          </a:prstGeom>
        </p:spPr>
        <p:txBody>
          <a:bodyPr lIns="0" tIns="0" rIns="0" bIns="0" rtlCol="0" anchor="t">
            <a:spAutoFit/>
          </a:bodyPr>
          <a:lstStyle/>
          <a:p>
            <a:pPr marL="760095" lvl="1" indent="-380048" algn="l">
              <a:lnSpc>
                <a:spcPts val="4536"/>
              </a:lnSpc>
              <a:buFont typeface="Arial"/>
              <a:buChar char="•"/>
            </a:pPr>
            <a:r>
              <a:rPr lang="en-US" sz="4200">
                <a:solidFill>
                  <a:srgbClr val="000000"/>
                </a:solidFill>
                <a:latin typeface="Aptos"/>
                <a:ea typeface="Aptos"/>
                <a:cs typeface="Aptos"/>
                <a:sym typeface="Aptos"/>
              </a:rPr>
              <a:t>Unit testing</a:t>
            </a:r>
          </a:p>
          <a:p>
            <a:pPr marL="760095" lvl="1" indent="-380048" algn="l">
              <a:lnSpc>
                <a:spcPts val="4536"/>
              </a:lnSpc>
              <a:buFont typeface="Arial"/>
              <a:buChar char="•"/>
            </a:pPr>
            <a:r>
              <a:rPr lang="en-US" sz="4200">
                <a:solidFill>
                  <a:srgbClr val="000000"/>
                </a:solidFill>
                <a:latin typeface="Aptos"/>
                <a:ea typeface="Aptos"/>
                <a:cs typeface="Aptos"/>
                <a:sym typeface="Aptos"/>
              </a:rPr>
              <a:t>Integration Testing</a:t>
            </a:r>
          </a:p>
          <a:p>
            <a:pPr marL="760095" lvl="1" indent="-380048" algn="l">
              <a:lnSpc>
                <a:spcPts val="4536"/>
              </a:lnSpc>
              <a:buFont typeface="Arial"/>
              <a:buChar char="•"/>
            </a:pPr>
            <a:r>
              <a:rPr lang="en-US" sz="4200">
                <a:solidFill>
                  <a:srgbClr val="000000"/>
                </a:solidFill>
                <a:latin typeface="Aptos"/>
                <a:ea typeface="Aptos"/>
                <a:cs typeface="Aptos"/>
                <a:sym typeface="Aptos"/>
              </a:rPr>
              <a:t>Security Checks</a:t>
            </a:r>
          </a:p>
          <a:p>
            <a:pPr marL="760095" lvl="1" indent="-380048" algn="l">
              <a:lnSpc>
                <a:spcPts val="4536"/>
              </a:lnSpc>
              <a:buFont typeface="Arial"/>
              <a:buChar char="•"/>
            </a:pPr>
            <a:r>
              <a:rPr lang="en-US" sz="4200">
                <a:solidFill>
                  <a:srgbClr val="000000"/>
                </a:solidFill>
                <a:latin typeface="Aptos"/>
                <a:ea typeface="Aptos"/>
                <a:cs typeface="Aptos"/>
                <a:sym typeface="Aptos"/>
              </a:rPr>
              <a:t>Data Integrity Testing</a:t>
            </a:r>
          </a:p>
          <a:p>
            <a:pPr marL="760095" lvl="1" indent="-380048" algn="l">
              <a:lnSpc>
                <a:spcPts val="4536"/>
              </a:lnSpc>
              <a:buFont typeface="Arial"/>
              <a:buChar char="•"/>
            </a:pPr>
            <a:r>
              <a:rPr lang="en-US" sz="4200">
                <a:solidFill>
                  <a:srgbClr val="000000"/>
                </a:solidFill>
                <a:latin typeface="Aptos"/>
                <a:ea typeface="Aptos"/>
                <a:cs typeface="Aptos"/>
                <a:sym typeface="Aptos"/>
              </a:rPr>
              <a:t>System Testing</a:t>
            </a:r>
          </a:p>
          <a:p>
            <a:pPr marL="760095" lvl="1" indent="-380048" algn="l">
              <a:lnSpc>
                <a:spcPts val="4536"/>
              </a:lnSpc>
              <a:buFont typeface="Arial"/>
              <a:buChar char="•"/>
            </a:pPr>
            <a:r>
              <a:rPr lang="en-US" sz="4200">
                <a:solidFill>
                  <a:srgbClr val="000000"/>
                </a:solidFill>
                <a:latin typeface="Aptos"/>
                <a:ea typeface="Aptos"/>
                <a:cs typeface="Aptos"/>
                <a:sym typeface="Aptos"/>
              </a:rPr>
              <a:t>Performance Testing</a:t>
            </a:r>
          </a:p>
        </p:txBody>
      </p:sp>
      <p:sp>
        <p:nvSpPr>
          <p:cNvPr id="7" name="TextBox 7"/>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7</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US"/>
          </a:p>
        </p:txBody>
      </p:sp>
      <p:grpSp>
        <p:nvGrpSpPr>
          <p:cNvPr id="3" name="Group 3"/>
          <p:cNvGrpSpPr/>
          <p:nvPr/>
        </p:nvGrpSpPr>
        <p:grpSpPr>
          <a:xfrm>
            <a:off x="7559309" y="3356120"/>
            <a:ext cx="10379791" cy="2738893"/>
            <a:chOff x="0" y="0"/>
            <a:chExt cx="11481580" cy="3029620"/>
          </a:xfrm>
        </p:grpSpPr>
        <p:sp>
          <p:nvSpPr>
            <p:cNvPr id="4" name="Freeform 4"/>
            <p:cNvSpPr/>
            <p:nvPr/>
          </p:nvSpPr>
          <p:spPr>
            <a:xfrm>
              <a:off x="0" y="0"/>
              <a:ext cx="11481580" cy="3029620"/>
            </a:xfrm>
            <a:custGeom>
              <a:avLst/>
              <a:gdLst/>
              <a:ahLst/>
              <a:cxnLst/>
              <a:rect l="l" t="t" r="r" b="b"/>
              <a:pathLst>
                <a:path w="11481580" h="3029620">
                  <a:moveTo>
                    <a:pt x="0" y="0"/>
                  </a:moveTo>
                  <a:lnTo>
                    <a:pt x="11481580" y="0"/>
                  </a:lnTo>
                  <a:lnTo>
                    <a:pt x="11481580" y="3029620"/>
                  </a:lnTo>
                  <a:lnTo>
                    <a:pt x="0" y="3029620"/>
                  </a:lnTo>
                  <a:close/>
                </a:path>
              </a:pathLst>
            </a:custGeom>
            <a:solidFill>
              <a:srgbClr val="000000">
                <a:alpha val="0"/>
              </a:srgbClr>
            </a:solidFill>
          </p:spPr>
          <p:txBody>
            <a:bodyPr/>
            <a:lstStyle/>
            <a:p>
              <a:endParaRPr lang="en-US"/>
            </a:p>
          </p:txBody>
        </p:sp>
        <p:sp>
          <p:nvSpPr>
            <p:cNvPr id="5" name="TextBox 5"/>
            <p:cNvSpPr txBox="1"/>
            <p:nvPr/>
          </p:nvSpPr>
          <p:spPr>
            <a:xfrm>
              <a:off x="0" y="171450"/>
              <a:ext cx="11481580" cy="2858170"/>
            </a:xfrm>
            <a:prstGeom prst="rect">
              <a:avLst/>
            </a:prstGeom>
          </p:spPr>
          <p:txBody>
            <a:bodyPr lIns="0" tIns="0" rIns="0" bIns="0" rtlCol="0" anchor="ctr"/>
            <a:lstStyle/>
            <a:p>
              <a:pPr algn="ctr">
                <a:lnSpc>
                  <a:spcPts val="15658"/>
                </a:lnSpc>
              </a:pPr>
              <a:r>
                <a:rPr lang="en-US" sz="14498" b="1">
                  <a:solidFill>
                    <a:srgbClr val="163E64"/>
                  </a:solidFill>
                  <a:latin typeface="Aptos Bold"/>
                  <a:ea typeface="Aptos Bold"/>
                  <a:cs typeface="Aptos Bold"/>
                  <a:sym typeface="Aptos Bold"/>
                </a:rPr>
                <a:t>Conclusion</a:t>
              </a:r>
            </a:p>
          </p:txBody>
        </p:sp>
      </p:grpSp>
      <p:sp>
        <p:nvSpPr>
          <p:cNvPr id="6" name="Freeform 6"/>
          <p:cNvSpPr/>
          <p:nvPr/>
        </p:nvSpPr>
        <p:spPr>
          <a:xfrm>
            <a:off x="634773" y="2689376"/>
            <a:ext cx="6716860" cy="5812554"/>
          </a:xfrm>
          <a:custGeom>
            <a:avLst/>
            <a:gdLst/>
            <a:ahLst/>
            <a:cxnLst/>
            <a:rect l="l" t="t" r="r" b="b"/>
            <a:pathLst>
              <a:path w="6716860" h="5812554">
                <a:moveTo>
                  <a:pt x="0" y="0"/>
                </a:moveTo>
                <a:lnTo>
                  <a:pt x="6716859" y="0"/>
                </a:lnTo>
                <a:lnTo>
                  <a:pt x="6716859" y="5812554"/>
                </a:lnTo>
                <a:lnTo>
                  <a:pt x="0" y="5812554"/>
                </a:lnTo>
                <a:lnTo>
                  <a:pt x="0" y="0"/>
                </a:lnTo>
                <a:close/>
              </a:path>
            </a:pathLst>
          </a:custGeom>
          <a:blipFill>
            <a:blip r:embed="rId3"/>
            <a:stretch>
              <a:fillRect t="-15557"/>
            </a:stretch>
          </a:blipFill>
        </p:spPr>
        <p:txBody>
          <a:bodyPr/>
          <a:lstStyle/>
          <a:p>
            <a:endParaRPr lang="en-US"/>
          </a:p>
        </p:txBody>
      </p:sp>
      <p:sp>
        <p:nvSpPr>
          <p:cNvPr id="7" name="TextBox 7"/>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8</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US"/>
          </a:p>
        </p:txBody>
      </p:sp>
      <p:grpSp>
        <p:nvGrpSpPr>
          <p:cNvPr id="3" name="Group 3"/>
          <p:cNvGrpSpPr/>
          <p:nvPr/>
        </p:nvGrpSpPr>
        <p:grpSpPr>
          <a:xfrm>
            <a:off x="7559309" y="3356120"/>
            <a:ext cx="10379791" cy="2738893"/>
            <a:chOff x="0" y="0"/>
            <a:chExt cx="11481580" cy="3029620"/>
          </a:xfrm>
        </p:grpSpPr>
        <p:sp>
          <p:nvSpPr>
            <p:cNvPr id="4" name="Freeform 4"/>
            <p:cNvSpPr/>
            <p:nvPr/>
          </p:nvSpPr>
          <p:spPr>
            <a:xfrm>
              <a:off x="0" y="0"/>
              <a:ext cx="11481580" cy="3029620"/>
            </a:xfrm>
            <a:custGeom>
              <a:avLst/>
              <a:gdLst/>
              <a:ahLst/>
              <a:cxnLst/>
              <a:rect l="l" t="t" r="r" b="b"/>
              <a:pathLst>
                <a:path w="11481580" h="3029620">
                  <a:moveTo>
                    <a:pt x="0" y="0"/>
                  </a:moveTo>
                  <a:lnTo>
                    <a:pt x="11481580" y="0"/>
                  </a:lnTo>
                  <a:lnTo>
                    <a:pt x="11481580" y="3029620"/>
                  </a:lnTo>
                  <a:lnTo>
                    <a:pt x="0" y="3029620"/>
                  </a:lnTo>
                  <a:close/>
                </a:path>
              </a:pathLst>
            </a:custGeom>
            <a:solidFill>
              <a:srgbClr val="000000">
                <a:alpha val="0"/>
              </a:srgbClr>
            </a:solidFill>
          </p:spPr>
          <p:txBody>
            <a:bodyPr/>
            <a:lstStyle/>
            <a:p>
              <a:endParaRPr lang="en-US"/>
            </a:p>
          </p:txBody>
        </p:sp>
        <p:sp>
          <p:nvSpPr>
            <p:cNvPr id="5" name="TextBox 5"/>
            <p:cNvSpPr txBox="1"/>
            <p:nvPr/>
          </p:nvSpPr>
          <p:spPr>
            <a:xfrm>
              <a:off x="0" y="171450"/>
              <a:ext cx="11481580" cy="2858170"/>
            </a:xfrm>
            <a:prstGeom prst="rect">
              <a:avLst/>
            </a:prstGeom>
          </p:spPr>
          <p:txBody>
            <a:bodyPr lIns="0" tIns="0" rIns="0" bIns="0" rtlCol="0" anchor="ctr"/>
            <a:lstStyle/>
            <a:p>
              <a:pPr algn="ctr">
                <a:lnSpc>
                  <a:spcPts val="15658"/>
                </a:lnSpc>
              </a:pPr>
              <a:r>
                <a:rPr lang="en-US" sz="14498" b="1">
                  <a:solidFill>
                    <a:srgbClr val="163E64"/>
                  </a:solidFill>
                  <a:latin typeface="Aptos Bold"/>
                  <a:ea typeface="Aptos Bold"/>
                  <a:cs typeface="Aptos Bold"/>
                  <a:sym typeface="Aptos Bold"/>
                </a:rPr>
                <a:t>Thank You !</a:t>
              </a:r>
            </a:p>
          </p:txBody>
        </p:sp>
      </p:grpSp>
      <p:sp>
        <p:nvSpPr>
          <p:cNvPr id="6" name="Freeform 6"/>
          <p:cNvSpPr/>
          <p:nvPr/>
        </p:nvSpPr>
        <p:spPr>
          <a:xfrm>
            <a:off x="634773" y="2689376"/>
            <a:ext cx="6716860" cy="5812554"/>
          </a:xfrm>
          <a:custGeom>
            <a:avLst/>
            <a:gdLst/>
            <a:ahLst/>
            <a:cxnLst/>
            <a:rect l="l" t="t" r="r" b="b"/>
            <a:pathLst>
              <a:path w="6716860" h="5812554">
                <a:moveTo>
                  <a:pt x="0" y="0"/>
                </a:moveTo>
                <a:lnTo>
                  <a:pt x="6716859" y="0"/>
                </a:lnTo>
                <a:lnTo>
                  <a:pt x="6716859" y="5812554"/>
                </a:lnTo>
                <a:lnTo>
                  <a:pt x="0" y="5812554"/>
                </a:lnTo>
                <a:lnTo>
                  <a:pt x="0" y="0"/>
                </a:lnTo>
                <a:close/>
              </a:path>
            </a:pathLst>
          </a:custGeom>
          <a:blipFill>
            <a:blip r:embed="rId3"/>
            <a:stretch>
              <a:fillRect t="-15557"/>
            </a:stretch>
          </a:blipFill>
        </p:spPr>
        <p:txBody>
          <a:bodyPr/>
          <a:lstStyle/>
          <a:p>
            <a:endParaRPr lang="en-US"/>
          </a:p>
        </p:txBody>
      </p:sp>
      <p:sp>
        <p:nvSpPr>
          <p:cNvPr id="7" name="TextBox 7"/>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9</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194</Words>
  <Application>Microsoft Office PowerPoint</Application>
  <PresentationFormat>Custom</PresentationFormat>
  <Paragraphs>46</Paragraphs>
  <Slides>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Calibri</vt:lpstr>
      <vt:lpstr>Aptos</vt:lpstr>
      <vt:lpstr>Arial</vt:lpstr>
      <vt:lpstr>Canva Sans</vt:lpstr>
      <vt:lpstr>Aptos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MIRAI.pptx</dc:title>
  <cp:lastModifiedBy>Chamaka Amantha</cp:lastModifiedBy>
  <cp:revision>2</cp:revision>
  <dcterms:created xsi:type="dcterms:W3CDTF">2006-08-16T00:00:00Z</dcterms:created>
  <dcterms:modified xsi:type="dcterms:W3CDTF">2025-11-15T17:27:40Z</dcterms:modified>
  <dc:identifier>DAG4yIrfinY</dc:identifier>
</cp:coreProperties>
</file>